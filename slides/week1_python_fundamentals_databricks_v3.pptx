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6839090c9344dd" /><Relationship Type="http://schemas.openxmlformats.org/officeDocument/2006/relationships/extended-properties" Target="/docProps/app.xml" Id="R7d08ab8eca484db0" /><Relationship Type="http://schemas.openxmlformats.org/officeDocument/2006/relationships/officeDocument" Target="/ppt/presentation.xml" Id="R7781d10ed7e44d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a41093433f4ad1"/>
  </p:sldMasterIdLst>
  <p:notesMasterIdLst>
    <p:notesMasterId xmlns:r="http://schemas.openxmlformats.org/officeDocument/2006/relationships" r:id="R05abc30969dc4c61"/>
  </p:notesMasterIdLst>
  <p:sldIdLst>
    <p:sldId xmlns:r="http://schemas.openxmlformats.org/officeDocument/2006/relationships" id="256" r:id="Rebb44e0ff12640c5"/>
    <p:sldId xmlns:r="http://schemas.openxmlformats.org/officeDocument/2006/relationships" id="257" r:id="R8f33bb84e7924f28"/>
    <p:sldId xmlns:r="http://schemas.openxmlformats.org/officeDocument/2006/relationships" id="258" r:id="Ra8813dc24291404c"/>
    <p:sldId xmlns:r="http://schemas.openxmlformats.org/officeDocument/2006/relationships" id="259" r:id="R7f6aefbfd7e54fef"/>
    <p:sldId xmlns:r="http://schemas.openxmlformats.org/officeDocument/2006/relationships" id="260" r:id="Rddf93ecf45d1485a"/>
    <p:sldId xmlns:r="http://schemas.openxmlformats.org/officeDocument/2006/relationships" id="261" r:id="R7b8984505aa44495"/>
    <p:sldId xmlns:r="http://schemas.openxmlformats.org/officeDocument/2006/relationships" id="262" r:id="R91fbac4b32b34ac8"/>
    <p:sldId xmlns:r="http://schemas.openxmlformats.org/officeDocument/2006/relationships" id="263" r:id="R959253d87e884833"/>
    <p:sldId xmlns:r="http://schemas.openxmlformats.org/officeDocument/2006/relationships" id="264" r:id="R6fa2c05e5ec447d1"/>
    <p:sldId xmlns:r="http://schemas.openxmlformats.org/officeDocument/2006/relationships" id="265" r:id="R9e9154180ffc49f7"/>
    <p:sldId xmlns:r="http://schemas.openxmlformats.org/officeDocument/2006/relationships" id="266" r:id="R6888f02f691f469e"/>
    <p:sldId xmlns:r="http://schemas.openxmlformats.org/officeDocument/2006/relationships" id="267" r:id="Rbf82ef90f6324a3d"/>
    <p:sldId xmlns:r="http://schemas.openxmlformats.org/officeDocument/2006/relationships" id="268" r:id="R70060aa607d64151"/>
    <p:sldId xmlns:r="http://schemas.openxmlformats.org/officeDocument/2006/relationships" id="269" r:id="Rd7cad86ac9cc47cc"/>
    <p:sldId xmlns:r="http://schemas.openxmlformats.org/officeDocument/2006/relationships" id="270" r:id="Rb099bec31955443d"/>
    <p:sldId xmlns:r="http://schemas.openxmlformats.org/officeDocument/2006/relationships" id="271" r:id="Rafbfa58657294586"/>
    <p:sldId xmlns:r="http://schemas.openxmlformats.org/officeDocument/2006/relationships" id="272" r:id="R999f9c485fe144b0"/>
    <p:sldId xmlns:r="http://schemas.openxmlformats.org/officeDocument/2006/relationships" id="273" r:id="R79b6df02b4b0423e"/>
    <p:sldId xmlns:r="http://schemas.openxmlformats.org/officeDocument/2006/relationships" id="274" r:id="Rc49d2f5af35d4b5c"/>
    <p:sldId xmlns:r="http://schemas.openxmlformats.org/officeDocument/2006/relationships" id="275" r:id="R3b267c99f30c4d12"/>
    <p:sldId xmlns:r="http://schemas.openxmlformats.org/officeDocument/2006/relationships" id="276" r:id="Rc548249973034956"/>
    <p:sldId xmlns:r="http://schemas.openxmlformats.org/officeDocument/2006/relationships" id="277" r:id="Rf9e91f823bc24339"/>
    <p:sldId xmlns:r="http://schemas.openxmlformats.org/officeDocument/2006/relationships" id="278" r:id="R10b8eafa40e94817"/>
    <p:sldId xmlns:r="http://schemas.openxmlformats.org/officeDocument/2006/relationships" id="279" r:id="R88e6c8b55236428b"/>
    <p:sldId xmlns:r="http://schemas.openxmlformats.org/officeDocument/2006/relationships" id="280" r:id="R7419173b03ac4a34"/>
    <p:sldId xmlns:r="http://schemas.openxmlformats.org/officeDocument/2006/relationships" id="281" r:id="Rb4f4e43dadf744cc"/>
    <p:sldId xmlns:r="http://schemas.openxmlformats.org/officeDocument/2006/relationships" id="282" r:id="R24bbb11951314eee"/>
    <p:sldId xmlns:r="http://schemas.openxmlformats.org/officeDocument/2006/relationships" id="283" r:id="R9c310b5198f749fc"/>
    <p:sldId xmlns:r="http://schemas.openxmlformats.org/officeDocument/2006/relationships" id="284" r:id="Rc7ef8814ea0643cd"/>
    <p:sldId xmlns:r="http://schemas.openxmlformats.org/officeDocument/2006/relationships" id="285" r:id="R20f8f4cb9925405d"/>
    <p:sldId xmlns:r="http://schemas.openxmlformats.org/officeDocument/2006/relationships" id="286" r:id="R7f4e35b71ccd4a14"/>
    <p:sldId xmlns:r="http://schemas.openxmlformats.org/officeDocument/2006/relationships" id="287" r:id="R2fd3079d8f1e4286"/>
    <p:sldId xmlns:r="http://schemas.openxmlformats.org/officeDocument/2006/relationships" id="288" r:id="R6101d639a36b4771"/>
    <p:sldId xmlns:r="http://schemas.openxmlformats.org/officeDocument/2006/relationships" id="289" r:id="Rd13d5ec43f07488e"/>
    <p:sldId xmlns:r="http://schemas.openxmlformats.org/officeDocument/2006/relationships" id="290" r:id="Rdbdc37c78c954367"/>
    <p:sldId xmlns:r="http://schemas.openxmlformats.org/officeDocument/2006/relationships" id="291" r:id="R382491589a9c4a54"/>
    <p:sldId xmlns:r="http://schemas.openxmlformats.org/officeDocument/2006/relationships" id="292" r:id="Rf4426c79f4a345e1"/>
    <p:sldId xmlns:r="http://schemas.openxmlformats.org/officeDocument/2006/relationships" id="293" r:id="R057375b656e344e7"/>
    <p:sldId xmlns:r="http://schemas.openxmlformats.org/officeDocument/2006/relationships" id="294" r:id="R79383e5b923440fb"/>
    <p:sldId xmlns:r="http://schemas.openxmlformats.org/officeDocument/2006/relationships" id="295" r:id="Rc2fd50d4a557477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a41093433f4ad1" /><Relationship Type="http://schemas.openxmlformats.org/officeDocument/2006/relationships/theme" Target="/ppt/theme/theme1.xml" Id="R78c08de6fdd94620" /><Relationship Type="http://schemas.openxmlformats.org/officeDocument/2006/relationships/notesMaster" Target="/ppt/notesMasters/notesMaster1.xml" Id="R05abc30969dc4c61" /><Relationship Type="http://schemas.openxmlformats.org/officeDocument/2006/relationships/presProps" Target="/ppt/presProps.xml" Id="R8687718e855145ac" /><Relationship Type="http://schemas.openxmlformats.org/officeDocument/2006/relationships/viewProps" Target="/ppt/viewProps.xml" Id="Rc3fe65238f1e4df8" /><Relationship Type="http://schemas.openxmlformats.org/officeDocument/2006/relationships/tableStyles" Target="/ppt/tableStyles.xml" Id="R034e642a75a7436c" /><Relationship Type="http://schemas.openxmlformats.org/officeDocument/2006/relationships/slide" Target="/ppt/slides/slide1.xml" Id="Rebb44e0ff12640c5" /><Relationship Type="http://schemas.openxmlformats.org/officeDocument/2006/relationships/slide" Target="/ppt/slides/slide2.xml" Id="R8f33bb84e7924f28" /><Relationship Type="http://schemas.openxmlformats.org/officeDocument/2006/relationships/slide" Target="/ppt/slides/slide3.xml" Id="Ra8813dc24291404c" /><Relationship Type="http://schemas.openxmlformats.org/officeDocument/2006/relationships/slide" Target="/ppt/slides/slide4.xml" Id="R7f6aefbfd7e54fef" /><Relationship Type="http://schemas.openxmlformats.org/officeDocument/2006/relationships/slide" Target="/ppt/slides/slide5.xml" Id="Rddf93ecf45d1485a" /><Relationship Type="http://schemas.openxmlformats.org/officeDocument/2006/relationships/slide" Target="/ppt/slides/slide6.xml" Id="R7b8984505aa44495" /><Relationship Type="http://schemas.openxmlformats.org/officeDocument/2006/relationships/slide" Target="/ppt/slides/slide7.xml" Id="R91fbac4b32b34ac8" /><Relationship Type="http://schemas.openxmlformats.org/officeDocument/2006/relationships/slide" Target="/ppt/slides/slide8.xml" Id="R959253d87e884833" /><Relationship Type="http://schemas.openxmlformats.org/officeDocument/2006/relationships/slide" Target="/ppt/slides/slide9.xml" Id="R6fa2c05e5ec447d1" /><Relationship Type="http://schemas.openxmlformats.org/officeDocument/2006/relationships/slide" Target="/ppt/slides/slide10.xml" Id="R9e9154180ffc49f7" /><Relationship Type="http://schemas.openxmlformats.org/officeDocument/2006/relationships/slide" Target="/ppt/slides/slide11.xml" Id="R6888f02f691f469e" /><Relationship Type="http://schemas.openxmlformats.org/officeDocument/2006/relationships/slide" Target="/ppt/slides/slide12.xml" Id="Rbf82ef90f6324a3d" /><Relationship Type="http://schemas.openxmlformats.org/officeDocument/2006/relationships/slide" Target="/ppt/slides/slide13.xml" Id="R70060aa607d64151" /><Relationship Type="http://schemas.openxmlformats.org/officeDocument/2006/relationships/slide" Target="/ppt/slides/slide14.xml" Id="Rd7cad86ac9cc47cc" /><Relationship Type="http://schemas.openxmlformats.org/officeDocument/2006/relationships/slide" Target="/ppt/slides/slide15.xml" Id="Rb099bec31955443d" /><Relationship Type="http://schemas.openxmlformats.org/officeDocument/2006/relationships/slide" Target="/ppt/slides/slide16.xml" Id="Rafbfa58657294586" /><Relationship Type="http://schemas.openxmlformats.org/officeDocument/2006/relationships/slide" Target="/ppt/slides/slide17.xml" Id="R999f9c485fe144b0" /><Relationship Type="http://schemas.openxmlformats.org/officeDocument/2006/relationships/slide" Target="/ppt/slides/slide18.xml" Id="R79b6df02b4b0423e" /><Relationship Type="http://schemas.openxmlformats.org/officeDocument/2006/relationships/slide" Target="/ppt/slides/slide19.xml" Id="Rc49d2f5af35d4b5c" /><Relationship Type="http://schemas.openxmlformats.org/officeDocument/2006/relationships/slide" Target="/ppt/slides/slide20.xml" Id="R3b267c99f30c4d12" /><Relationship Type="http://schemas.openxmlformats.org/officeDocument/2006/relationships/slide" Target="/ppt/slides/slide21.xml" Id="Rc548249973034956" /><Relationship Type="http://schemas.openxmlformats.org/officeDocument/2006/relationships/slide" Target="/ppt/slides/slide22.xml" Id="Rf9e91f823bc24339" /><Relationship Type="http://schemas.openxmlformats.org/officeDocument/2006/relationships/slide" Target="/ppt/slides/slide23.xml" Id="R10b8eafa40e94817" /><Relationship Type="http://schemas.openxmlformats.org/officeDocument/2006/relationships/slide" Target="/ppt/slides/slide24.xml" Id="R88e6c8b55236428b" /><Relationship Type="http://schemas.openxmlformats.org/officeDocument/2006/relationships/slide" Target="/ppt/slides/slide25.xml" Id="R7419173b03ac4a34" /><Relationship Type="http://schemas.openxmlformats.org/officeDocument/2006/relationships/slide" Target="/ppt/slides/slide26.xml" Id="Rb4f4e43dadf744cc" /><Relationship Type="http://schemas.openxmlformats.org/officeDocument/2006/relationships/slide" Target="/ppt/slides/slide27.xml" Id="R24bbb11951314eee" /><Relationship Type="http://schemas.openxmlformats.org/officeDocument/2006/relationships/slide" Target="/ppt/slides/slide28.xml" Id="R9c310b5198f749fc" /><Relationship Type="http://schemas.openxmlformats.org/officeDocument/2006/relationships/slide" Target="/ppt/slides/slide29.xml" Id="Rc7ef8814ea0643cd" /><Relationship Type="http://schemas.openxmlformats.org/officeDocument/2006/relationships/slide" Target="/ppt/slides/slide30.xml" Id="R20f8f4cb9925405d" /><Relationship Type="http://schemas.openxmlformats.org/officeDocument/2006/relationships/slide" Target="/ppt/slides/slide31.xml" Id="R7f4e35b71ccd4a14" /><Relationship Type="http://schemas.openxmlformats.org/officeDocument/2006/relationships/slide" Target="/ppt/slides/slide32.xml" Id="R2fd3079d8f1e4286" /><Relationship Type="http://schemas.openxmlformats.org/officeDocument/2006/relationships/slide" Target="/ppt/slides/slide33.xml" Id="R6101d639a36b4771" /><Relationship Type="http://schemas.openxmlformats.org/officeDocument/2006/relationships/slide" Target="/ppt/slides/slide34.xml" Id="Rd13d5ec43f07488e" /><Relationship Type="http://schemas.openxmlformats.org/officeDocument/2006/relationships/slide" Target="/ppt/slides/slide35.xml" Id="Rdbdc37c78c954367" /><Relationship Type="http://schemas.openxmlformats.org/officeDocument/2006/relationships/slide" Target="/ppt/slides/slide36.xml" Id="R382491589a9c4a54" /><Relationship Type="http://schemas.openxmlformats.org/officeDocument/2006/relationships/slide" Target="/ppt/slides/slide37.xml" Id="Rf4426c79f4a345e1" /><Relationship Type="http://schemas.openxmlformats.org/officeDocument/2006/relationships/slide" Target="/ppt/slides/slide38.xml" Id="R057375b656e344e7" /><Relationship Type="http://schemas.openxmlformats.org/officeDocument/2006/relationships/slide" Target="/ppt/slides/slide39.xml" Id="R79383e5b923440fb" /><Relationship Type="http://schemas.openxmlformats.org/officeDocument/2006/relationships/slide" Target="/ppt/slides/slide40.xml" Id="Rc2fd50d4a55747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04920ebc8704f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a1f578a5ca4786" /><Relationship Type="http://schemas.openxmlformats.org/officeDocument/2006/relationships/notesMaster" Target="/ppt/notesMasters/notesMaster1.xml" Id="Rf80a8b1fafdc4e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48a153bb3f4d8c" /><Relationship Type="http://schemas.openxmlformats.org/officeDocument/2006/relationships/notesMaster" Target="/ppt/notesMasters/notesMaster1.xml" Id="R01e1f227f9ff4e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e47d0bc63e4bc1" /><Relationship Type="http://schemas.openxmlformats.org/officeDocument/2006/relationships/notesMaster" Target="/ppt/notesMasters/notesMaster1.xml" Id="Rea2b69122ff942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bf8a20bda34e0d" /><Relationship Type="http://schemas.openxmlformats.org/officeDocument/2006/relationships/notesMaster" Target="/ppt/notesMasters/notesMaster1.xml" Id="R7042d145ce8a43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80458b5f2d4caf" /><Relationship Type="http://schemas.openxmlformats.org/officeDocument/2006/relationships/notesMaster" Target="/ppt/notesMasters/notesMaster1.xml" Id="R4a0036963f754d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9e89f79175497b" /><Relationship Type="http://schemas.openxmlformats.org/officeDocument/2006/relationships/notesMaster" Target="/ppt/notesMasters/notesMaster1.xml" Id="R3708d00d597940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fd00dc38ff49c2" /><Relationship Type="http://schemas.openxmlformats.org/officeDocument/2006/relationships/notesMaster" Target="/ppt/notesMasters/notesMaster1.xml" Id="Rb491fefd651d4c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e18f877df6418c" /><Relationship Type="http://schemas.openxmlformats.org/officeDocument/2006/relationships/notesMaster" Target="/ppt/notesMasters/notesMaster1.xml" Id="R3fc23739707b45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dfbc1d143f4ab6" /><Relationship Type="http://schemas.openxmlformats.org/officeDocument/2006/relationships/notesMaster" Target="/ppt/notesMasters/notesMaster1.xml" Id="R7165bb52ca6a4f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d88c90117e4eea" /><Relationship Type="http://schemas.openxmlformats.org/officeDocument/2006/relationships/notesMaster" Target="/ppt/notesMasters/notesMaster1.xml" Id="R17a667100d7748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9a6364202541d2" /><Relationship Type="http://schemas.openxmlformats.org/officeDocument/2006/relationships/notesMaster" Target="/ppt/notesMasters/notesMaster1.xml" Id="R12140a01458143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9d7a67b2b8425b" /><Relationship Type="http://schemas.openxmlformats.org/officeDocument/2006/relationships/notesMaster" Target="/ppt/notesMasters/notesMaster1.xml" Id="R2293f6b7366f49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b198da420a4a62" /><Relationship Type="http://schemas.openxmlformats.org/officeDocument/2006/relationships/notesMaster" Target="/ppt/notesMasters/notesMaster1.xml" Id="R228bf9dc8a704d6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94cc705d9324c1f" /><Relationship Type="http://schemas.openxmlformats.org/officeDocument/2006/relationships/notesMaster" Target="/ppt/notesMasters/notesMaster1.xml" Id="R31dd2668f83a45f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d69d183c9164b99" /><Relationship Type="http://schemas.openxmlformats.org/officeDocument/2006/relationships/notesMaster" Target="/ppt/notesMasters/notesMaster1.xml" Id="R2af2c0590bb34b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6e29bfcae814287" /><Relationship Type="http://schemas.openxmlformats.org/officeDocument/2006/relationships/notesMaster" Target="/ppt/notesMasters/notesMaster1.xml" Id="R7648f64130e8437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d357e0040de44ab" /><Relationship Type="http://schemas.openxmlformats.org/officeDocument/2006/relationships/notesMaster" Target="/ppt/notesMasters/notesMaster1.xml" Id="Rcee82a6efacd42b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6aada94d7bf4145" /><Relationship Type="http://schemas.openxmlformats.org/officeDocument/2006/relationships/notesMaster" Target="/ppt/notesMasters/notesMaster1.xml" Id="Rc496b59a77d2427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25d16268a1d4416" /><Relationship Type="http://schemas.openxmlformats.org/officeDocument/2006/relationships/notesMaster" Target="/ppt/notesMasters/notesMaster1.xml" Id="Redcb148f76b2453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f92b9e4a4ba487d" /><Relationship Type="http://schemas.openxmlformats.org/officeDocument/2006/relationships/notesMaster" Target="/ppt/notesMasters/notesMaster1.xml" Id="R7a2481d9c59640f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366e4d20a0345d7" /><Relationship Type="http://schemas.openxmlformats.org/officeDocument/2006/relationships/notesMaster" Target="/ppt/notesMasters/notesMaster1.xml" Id="Rca97a6a814894a5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8983f0189bc4730" /><Relationship Type="http://schemas.openxmlformats.org/officeDocument/2006/relationships/notesMaster" Target="/ppt/notesMasters/notesMaster1.xml" Id="R56f002cfc4f5445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224480b95004e92" /><Relationship Type="http://schemas.openxmlformats.org/officeDocument/2006/relationships/notesMaster" Target="/ppt/notesMasters/notesMaster1.xml" Id="R2552aaf082ff4a6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f03727627c0490a" /><Relationship Type="http://schemas.openxmlformats.org/officeDocument/2006/relationships/notesMaster" Target="/ppt/notesMasters/notesMaster1.xml" Id="R1734a3b897b9466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f6bae571b7e4601" /><Relationship Type="http://schemas.openxmlformats.org/officeDocument/2006/relationships/notesMaster" Target="/ppt/notesMasters/notesMaster1.xml" Id="Ra39617e86d514cf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9173d279b7f4491" /><Relationship Type="http://schemas.openxmlformats.org/officeDocument/2006/relationships/notesMaster" Target="/ppt/notesMasters/notesMaster1.xml" Id="Re94f85ed3fc4416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ad6506db6a1408d" /><Relationship Type="http://schemas.openxmlformats.org/officeDocument/2006/relationships/notesMaster" Target="/ppt/notesMasters/notesMaster1.xml" Id="R029b14498c354c5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7390fd21ec54cd7" /><Relationship Type="http://schemas.openxmlformats.org/officeDocument/2006/relationships/notesMaster" Target="/ppt/notesMasters/notesMaster1.xml" Id="R892fab30e045403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7ee516571a34a0f" /><Relationship Type="http://schemas.openxmlformats.org/officeDocument/2006/relationships/notesMaster" Target="/ppt/notesMasters/notesMaster1.xml" Id="Rccefc7bcee9a4d6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fce8e15a32f4b73" /><Relationship Type="http://schemas.openxmlformats.org/officeDocument/2006/relationships/notesMaster" Target="/ppt/notesMasters/notesMaster1.xml" Id="R3209ca00b79c4cf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ac224a07d5545ef" /><Relationship Type="http://schemas.openxmlformats.org/officeDocument/2006/relationships/notesMaster" Target="/ppt/notesMasters/notesMaster1.xml" Id="Rc565a864c2694e5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9001dd0dd8a4dcc" /><Relationship Type="http://schemas.openxmlformats.org/officeDocument/2006/relationships/notesMaster" Target="/ppt/notesMasters/notesMaster1.xml" Id="Rc40b905cbeda45a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aa01264fba848d3" /><Relationship Type="http://schemas.openxmlformats.org/officeDocument/2006/relationships/notesMaster" Target="/ppt/notesMasters/notesMaster1.xml" Id="R8fa82c0c0caf4ed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c5a57d4f9674267" /><Relationship Type="http://schemas.openxmlformats.org/officeDocument/2006/relationships/notesMaster" Target="/ppt/notesMasters/notesMaster1.xml" Id="Rebe2a10d20024d2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10db1b357bd46d6" /><Relationship Type="http://schemas.openxmlformats.org/officeDocument/2006/relationships/notesMaster" Target="/ppt/notesMasters/notesMaster1.xml" Id="R2584f449497d491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b861002bd5941f3" /><Relationship Type="http://schemas.openxmlformats.org/officeDocument/2006/relationships/notesMaster" Target="/ppt/notesMasters/notesMaster1.xml" Id="Rd303382a83ad437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bc29e2b539c4181" /><Relationship Type="http://schemas.openxmlformats.org/officeDocument/2006/relationships/notesMaster" Target="/ppt/notesMasters/notesMaster1.xml" Id="R43362a8ab2354ba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d8b875c1886441c" /><Relationship Type="http://schemas.openxmlformats.org/officeDocument/2006/relationships/notesMaster" Target="/ppt/notesMasters/notesMaster1.xml" Id="Ra3adb83f223f4e8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35d5741c3f74d71" /><Relationship Type="http://schemas.openxmlformats.org/officeDocument/2006/relationships/notesMaster" Target="/ppt/notesMasters/notesMaster1.xml" Id="Ref2c67bf1e6b4c8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340b5db1abe4c37" /><Relationship Type="http://schemas.openxmlformats.org/officeDocument/2006/relationships/notesMaster" Target="/ppt/notesMasters/notesMaster1.xml" Id="Rf58b7349e7f343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9669163bd84b9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d9c040e3e48431b" /><Relationship Type="http://schemas.openxmlformats.org/officeDocument/2006/relationships/slideLayout" Target="/ppt/slideLayouts/slideLayout2.xml" Id="Rfb1b9b4d334b4f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1b9b4d334b4f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1de8e870284e86" /><Relationship Type="http://schemas.openxmlformats.org/officeDocument/2006/relationships/notesSlide" Target="/ppt/notesSlides/notesSlide1.xml" Id="Rf97fe7d53bae4e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719d6c7a90460a" /><Relationship Type="http://schemas.openxmlformats.org/officeDocument/2006/relationships/notesSlide" Target="/ppt/notesSlides/notesSlide2.xml" Id="Rf0233b04141141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73481c93ce48bc" /><Relationship Type="http://schemas.openxmlformats.org/officeDocument/2006/relationships/notesSlide" Target="/ppt/notesSlides/notesSlide3.xml" Id="R52f37145e4284c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782d7a147342af" /><Relationship Type="http://schemas.openxmlformats.org/officeDocument/2006/relationships/notesSlide" Target="/ppt/notesSlides/notesSlide4.xml" Id="Ra4b053a133db4b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a15f68bfd6479a" /><Relationship Type="http://schemas.openxmlformats.org/officeDocument/2006/relationships/notesSlide" Target="/ppt/notesSlides/notesSlide5.xml" Id="Rf5373c2651564f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9125dc1afe4206" /><Relationship Type="http://schemas.openxmlformats.org/officeDocument/2006/relationships/notesSlide" Target="/ppt/notesSlides/notesSlide6.xml" Id="R1b4964235e7b47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e6507f5b044bad" /><Relationship Type="http://schemas.openxmlformats.org/officeDocument/2006/relationships/notesSlide" Target="/ppt/notesSlides/notesSlide7.xml" Id="R19aed1eb74aa49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35a745b9d546a6" /><Relationship Type="http://schemas.openxmlformats.org/officeDocument/2006/relationships/notesSlide" Target="/ppt/notesSlides/notesSlide8.xml" Id="R572557ddb9d043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10f4fbe8ed4212" /><Relationship Type="http://schemas.openxmlformats.org/officeDocument/2006/relationships/notesSlide" Target="/ppt/notesSlides/notesSlide9.xml" Id="Rf5d5e6a38c974b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c19935ef804fa3" /><Relationship Type="http://schemas.openxmlformats.org/officeDocument/2006/relationships/notesSlide" Target="/ppt/notesSlides/notesSlide10.xml" Id="R38214b8a2bc84a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d52f541cc3428f" /><Relationship Type="http://schemas.openxmlformats.org/officeDocument/2006/relationships/notesSlide" Target="/ppt/notesSlides/notesSlide11.xml" Id="R112a9212a6b847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4d82d4d00c40ea" /><Relationship Type="http://schemas.openxmlformats.org/officeDocument/2006/relationships/notesSlide" Target="/ppt/notesSlides/notesSlide12.xml" Id="R2dbc073e373b49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da63269aa343c7" /><Relationship Type="http://schemas.openxmlformats.org/officeDocument/2006/relationships/notesSlide" Target="/ppt/notesSlides/notesSlide13.xml" Id="R3608d4164f504f0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3ef8a5d7b941cd" /><Relationship Type="http://schemas.openxmlformats.org/officeDocument/2006/relationships/notesSlide" Target="/ppt/notesSlides/notesSlide14.xml" Id="R1a6cf13cfd334ab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8f2a2d049940a7" /><Relationship Type="http://schemas.openxmlformats.org/officeDocument/2006/relationships/notesSlide" Target="/ppt/notesSlides/notesSlide15.xml" Id="R2f1c169ff0914a9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5ffaf2fa314409" /><Relationship Type="http://schemas.openxmlformats.org/officeDocument/2006/relationships/notesSlide" Target="/ppt/notesSlides/notesSlide16.xml" Id="Rff89c97924db42e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fe76aaf5584531" /><Relationship Type="http://schemas.openxmlformats.org/officeDocument/2006/relationships/notesSlide" Target="/ppt/notesSlides/notesSlide17.xml" Id="Rf167f471915c4d8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1fe4c3a21040d8" /><Relationship Type="http://schemas.openxmlformats.org/officeDocument/2006/relationships/notesSlide" Target="/ppt/notesSlides/notesSlide18.xml" Id="R0a844201def0465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1f792ce5bb4082" /><Relationship Type="http://schemas.openxmlformats.org/officeDocument/2006/relationships/notesSlide" Target="/ppt/notesSlides/notesSlide19.xml" Id="Re7157c5c0091424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e15b5136b44b88" /><Relationship Type="http://schemas.openxmlformats.org/officeDocument/2006/relationships/notesSlide" Target="/ppt/notesSlides/notesSlide20.xml" Id="R00d4f6faa903402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c8225f64ab49e5" /><Relationship Type="http://schemas.openxmlformats.org/officeDocument/2006/relationships/notesSlide" Target="/ppt/notesSlides/notesSlide21.xml" Id="R11c625f24a4842c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876aa9583e43e3" /><Relationship Type="http://schemas.openxmlformats.org/officeDocument/2006/relationships/notesSlide" Target="/ppt/notesSlides/notesSlide22.xml" Id="Rdc817923c81c48b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a26a3c1025480e" /><Relationship Type="http://schemas.openxmlformats.org/officeDocument/2006/relationships/notesSlide" Target="/ppt/notesSlides/notesSlide23.xml" Id="R2ba3aadf1e6b4b8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4b8167889441d5" /><Relationship Type="http://schemas.openxmlformats.org/officeDocument/2006/relationships/notesSlide" Target="/ppt/notesSlides/notesSlide24.xml" Id="Radace53024db403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adcc7fb0594c35" /><Relationship Type="http://schemas.openxmlformats.org/officeDocument/2006/relationships/notesSlide" Target="/ppt/notesSlides/notesSlide25.xml" Id="Rcea12ec3310649e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a92e13dd1e4348" /><Relationship Type="http://schemas.openxmlformats.org/officeDocument/2006/relationships/notesSlide" Target="/ppt/notesSlides/notesSlide26.xml" Id="R265b87d2cd9f4ca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bd937e33164a61" /><Relationship Type="http://schemas.openxmlformats.org/officeDocument/2006/relationships/notesSlide" Target="/ppt/notesSlides/notesSlide27.xml" Id="R0a9d92f729e44df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b3087135b94b88" /><Relationship Type="http://schemas.openxmlformats.org/officeDocument/2006/relationships/notesSlide" Target="/ppt/notesSlides/notesSlide28.xml" Id="Rea632cf16d9c41c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998eb3f4be411d" /><Relationship Type="http://schemas.openxmlformats.org/officeDocument/2006/relationships/notesSlide" Target="/ppt/notesSlides/notesSlide29.xml" Id="R2c85e2cf9c004b9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8b423b8633413a" /><Relationship Type="http://schemas.openxmlformats.org/officeDocument/2006/relationships/notesSlide" Target="/ppt/notesSlides/notesSlide30.xml" Id="Rc57021ff34bd4ca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8a8fa9f7524216" /><Relationship Type="http://schemas.openxmlformats.org/officeDocument/2006/relationships/notesSlide" Target="/ppt/notesSlides/notesSlide31.xml" Id="Rcb2a1476a5f24bc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b52be855ee428a" /><Relationship Type="http://schemas.openxmlformats.org/officeDocument/2006/relationships/notesSlide" Target="/ppt/notesSlides/notesSlide32.xml" Id="Rd4cc56968e6f4f8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7b72b42379422b" /><Relationship Type="http://schemas.openxmlformats.org/officeDocument/2006/relationships/notesSlide" Target="/ppt/notesSlides/notesSlide33.xml" Id="R627ea1dd5f2b43b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bb9a79fbfb43a6" /><Relationship Type="http://schemas.openxmlformats.org/officeDocument/2006/relationships/notesSlide" Target="/ppt/notesSlides/notesSlide34.xml" Id="R188fd595d0fe4f7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1b756229c44d7f" /><Relationship Type="http://schemas.openxmlformats.org/officeDocument/2006/relationships/notesSlide" Target="/ppt/notesSlides/notesSlide35.xml" Id="R681a5842290144f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2c5b8ebd184634" /><Relationship Type="http://schemas.openxmlformats.org/officeDocument/2006/relationships/notesSlide" Target="/ppt/notesSlides/notesSlide36.xml" Id="R348c2bbb5d5d42c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f6d0b4aed3483e" /><Relationship Type="http://schemas.openxmlformats.org/officeDocument/2006/relationships/notesSlide" Target="/ppt/notesSlides/notesSlide37.xml" Id="R59a46017e10a4ac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4ec6a8151d42e3" /><Relationship Type="http://schemas.openxmlformats.org/officeDocument/2006/relationships/notesSlide" Target="/ppt/notesSlides/notesSlide38.xml" Id="R6ba09325cb73472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1a645e904b40b8" /><Relationship Type="http://schemas.openxmlformats.org/officeDocument/2006/relationships/notesSlide" Target="/ppt/notesSlides/notesSlide39.xml" Id="Rf3ac8116127c42e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8660c09e3c41eb" /><Relationship Type="http://schemas.openxmlformats.org/officeDocument/2006/relationships/notesSlide" Target="/ppt/notesSlides/notesSlide40.xml" Id="Rcc6ac12af66947b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8C851E-46ED-4551-B358-EA6DE8D5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BC6F6-F7DB-44AE-AFE3-32257856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FORMATION · DATA SCIENTIST TRACK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E2742-D7AC-4052-9E4A-39F431C3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8191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E8E7E1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E8E7E1"/>
                </a:solidFill>
                <a:latin typeface="Arial"/>
                <a:ea typeface="Arial"/>
                <a:cs typeface="Arial"/>
              </a:rPr>
              <a:t>Python</a:t>
            </a:r>
          </a:p>
          <a:p xmlns:a="http://schemas.openxmlformats.org/drawingml/2006/main">
            <a:pPr algn="l">
              <a:defRPr sz="4950" b="1">
                <a:solidFill>
                  <a:srgbClr val="E8E7E1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E8E7E1"/>
                </a:solidFill>
                <a:latin typeface="Arial"/>
                <a:ea typeface="Arial"/>
                <a:cs typeface="Arial"/>
              </a:rPr>
              <a:t>Fundamentals</a:t>
            </a:r>
          </a:p>
          <a:p xmlns:a="http://schemas.openxmlformats.org/drawingml/2006/main">
            <a:pPr algn="l">
              <a:defRPr sz="4950" b="1">
                <a:solidFill>
                  <a:srgbClr val="E8E7E1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E8E7E1"/>
                </a:solidFill>
                <a:latin typeface="Arial"/>
                <a:ea typeface="Arial"/>
                <a:cs typeface="Arial"/>
              </a:rPr>
              <a:t>in Azure Databricks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8CADE-60CA-4383-9DFF-264BFD7B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314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CE826-4958-4B41-8816-E7FCD408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85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 01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864FB-9506-4636-AF4E-A9D1586A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95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6D1E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6D1E3"/>
                </a:solidFill>
                <a:latin typeface="Arial"/>
                <a:ea typeface="Arial"/>
                <a:cs typeface="Arial"/>
              </a:rPr>
              <a:t>SAS → Python · pandas · Spark · SQL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C6522-A7CE-43F3-8244-80269410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-666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E1E4C-D9E1-4E02-8773-8B86749F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F3697-49CD-4F63-8471-ADB30CBE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8102D-2EFF-4082-96FB-ACFF46BF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LIORA · ALLIANZ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586E9-0937-4704-8F04-8814F974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821333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3D0F22-BFB6-40EF-8810-72FA4155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4D77E-823F-4B4D-9032-2F33DDDB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MÉTHODE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82589-2C99-4861-8AF9-8293321E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Chaque notebook suit le même rituel.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21677-86C7-4C10-B744-D8363A9C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DC9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DC9D8"/>
                </a:solidFill>
                <a:latin typeface="Arial"/>
                <a:ea typeface="Arial"/>
                <a:cs typeface="Arial"/>
              </a:rPr>
              <a:t>Répéter le rituel rend les débutants autonomes.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FBFAD-913D-4306-A447-A135CA45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2664B-E940-4BF6-93CD-4194048D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MÉTHODE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3FDC7-90F3-4EF0-869C-119BE9A6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27130-3C2F-49E8-8296-F3010FC6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28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1D4AA-E67B-49C0-B684-7EB1862A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95625"/>
            <a:ext cx="47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0C5D5-B148-4C6E-BA51-A85CEFC5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Concept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32D74-EE31-445B-ADFC-563B98CD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CC8D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CC8D8"/>
                </a:solidFill>
                <a:latin typeface="Arial"/>
                <a:ea typeface="Arial"/>
                <a:cs typeface="Arial"/>
              </a:rPr>
              <a:t>ce que l’on apprend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9DF08-FF6E-4659-8137-FA3ADF4A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622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28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28C03-4260-4A40-B260-43386324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47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A095C4-97BC-4E80-96B4-AC36B0A7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6712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Commande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09FC1-7365-4E2D-AA54-A8D2A4A7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576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CC8D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CC8D8"/>
                </a:solidFill>
                <a:latin typeface="Arial"/>
                <a:ea typeface="Arial"/>
                <a:cs typeface="Arial"/>
              </a:rPr>
              <a:t>lecture de la syntaxe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7F6685-A273-4B4C-91A6-11857C22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0443C6-A8DE-4C59-87A9-7FA7CE77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95625"/>
            <a:ext cx="47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1816BD-17C5-48D9-8B59-BA7DFFEA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6712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Pratique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C82781-6610-48DA-B059-F3FDCC8C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0576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CC8D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CC8D8"/>
                </a:solidFill>
                <a:latin typeface="Arial"/>
                <a:ea typeface="Arial"/>
                <a:cs typeface="Arial"/>
              </a:rPr>
              <a:t>modifier du code existant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5644AF-3000-49D3-BBD0-9A4B671A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28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CD38E9-4B03-4A24-BA5A-EFA81CE0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47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A321EE-7653-4B87-9233-5D92065B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6712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1442B3-CD80-44EA-8D51-59CA94D8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576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CC8D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CC8D8"/>
                </a:solidFill>
                <a:latin typeface="Arial"/>
                <a:ea typeface="Arial"/>
                <a:cs typeface="Arial"/>
              </a:rPr>
              <a:t>ouvrir après essai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014696-E2CA-48A0-AA70-DDBE3F1E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622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28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025FC8-6434-42DE-A371-CBAF5D28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95625"/>
            <a:ext cx="47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D47D6D-8853-405D-BB9B-CCAEC28E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6712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Bonne pratique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40BA90-E037-48B9-99DE-E13023B9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576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CC8D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CC8D8"/>
                </a:solidFill>
                <a:latin typeface="Arial"/>
                <a:ea typeface="Arial"/>
                <a:cs typeface="Arial"/>
              </a:rPr>
              <a:t>ce qu’on retient</a:t>
            </a:r>
          </a:p>
        </p:txBody>
      </p:sp>
    </p:spTree>
    <p:extLst>
      <p:ext uri="{BB962C8B-B14F-4D97-AF65-F5344CB8AC3E}">
        <p14:creationId xmlns:p14="http://schemas.microsoft.com/office/powerpoint/2010/main" val="10878806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16E35B-9A7B-4751-A41E-ADBE8DE0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A78D6-460C-4F18-8795-BDEA5C33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SAS → DATABRICKS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AF46E-F1F1-4008-B64F-552C26EA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Deux mondes, mêmes gestes.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57BFF-2EAC-49EC-B488-1DECD1C6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D82"/>
                </a:solidFill>
                <a:latin typeface="Arial"/>
                <a:ea typeface="Arial"/>
                <a:cs typeface="Arial"/>
              </a:rPr>
              <a:t>On garde la logique analytique, on change l’environnement.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31BD8-3059-4CB9-8A25-3CCE53D3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8EAA7-7FE0-417C-8751-9293104B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SAS → DATABRICKS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ABD10-35BB-4614-B2CF-2DB91DCF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33156-5CE7-4C28-B2E4-B096A802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095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9525">
            <a:solidFill>
              <a:srgbClr val="D6D2C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A2269-31AE-460F-9E89-A4184734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EEDAB-E428-4623-986E-B9EB3853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62250"/>
            <a:ext cx="3714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SAS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039C7-E68F-485C-92B7-F252D25B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Programme + tables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F0C64-2B4E-447A-8536-AB9AB48D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9950"/>
            <a:ext cx="3714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F6D82"/>
                </a:solidFill>
                <a:latin typeface="Arial"/>
                <a:ea typeface="Arial"/>
                <a:cs typeface="Arial"/>
              </a:rPr>
              <a:t>DATA step, PROC SQL, bibliothèques, log d’exécution.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3712C-2C16-4B84-BC6F-63BFFE1A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4095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9525">
            <a:solidFill>
              <a:srgbClr val="D6D2C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66103-AF4D-4380-90ED-766A702B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76C08-A240-47E9-A90A-044EE022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62250"/>
            <a:ext cx="3714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657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7657FF"/>
                </a:solidFill>
                <a:latin typeface="Arial"/>
                <a:ea typeface="Arial"/>
                <a:cs typeface="Arial"/>
              </a:rPr>
              <a:t>DATABRICKS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A0E2F-ED76-46B1-913C-851C98BB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099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Notebook + DataFrames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180B90-8CF9-4D04-96DB-15CB286E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09950"/>
            <a:ext cx="3714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F6D82"/>
                </a:solidFill>
                <a:latin typeface="Arial"/>
                <a:ea typeface="Arial"/>
                <a:cs typeface="Arial"/>
              </a:rPr>
              <a:t>Cellules Python/SQL, cluster, FileStore, display.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E101A3-C6F3-48CA-9C3F-AC65C67F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5760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6EABF-0A61-4297-B968-79E8E680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9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F9CF80-676C-436F-B275-7906188D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Message formateur: rassurer avant d’introduire la syntaxe.</a:t>
            </a:r>
          </a:p>
        </p:txBody>
      </p:sp>
    </p:spTree>
    <p:extLst>
      <p:ext uri="{BB962C8B-B14F-4D97-AF65-F5344CB8AC3E}">
        <p14:creationId xmlns:p14="http://schemas.microsoft.com/office/powerpoint/2010/main" val="126131392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7B3D6-2878-4D59-AC6A-7969D2AD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4313B-20C1-4479-B6BB-DD85DBAF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02 · ÉCOSYSTÈME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A437F-80F6-494F-88A3-5857F3C1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Python: ce qui s’emboîte.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2B433-4E8C-417F-A354-3E5AD6F1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D82"/>
                </a:solidFill>
                <a:latin typeface="Arial"/>
                <a:ea typeface="Arial"/>
                <a:cs typeface="Arial"/>
              </a:rPr>
              <a:t>Langage, modules, packages, environnement Databricks.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5636F-0E70-4D7B-9672-86E7559D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C4840-EB99-4105-B5E9-3CBD4FAA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02 · ÉCOSYSTÈME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3A7AB-5D72-4873-9DFC-F9791E32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DDDA3-B651-4C1D-AA23-B467FE48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9906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F7F7E-877D-4C1B-BD00-310ECE35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Notebook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05B3E-9097-420E-90B9-D97AF306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09850"/>
            <a:ext cx="647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cellules · texte · résultats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95A182-E991-45DD-A3CD-B57C8891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90875"/>
            <a:ext cx="904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DB20A-CD4C-465F-929C-2BAA5BD3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3813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DD9CC-20C7-4622-9339-85A7C667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19475"/>
            <a:ext cx="561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variables · conditions · fonctions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3381D-06E9-4769-B371-BAD7B881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8191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76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BBBC6F-903E-4560-A198-0969B23A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590A3-528E-4EB0-8603-BEEEA12B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3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math · pathlib · fonctions réutilisables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923D39-E1AA-4FB6-BFD0-13E9C87E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24375"/>
            <a:ext cx="7334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DF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B454C1-7DFE-4459-A1B7-9431E82A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7148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Packages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6E9C06-6443-4012-B6C6-F73A65EF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752975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A1A33"/>
                </a:solidFill>
                <a:latin typeface="Arial"/>
                <a:ea typeface="Arial"/>
                <a:cs typeface="Arial"/>
              </a:rPr>
              <a:t>pandas · numpy · pyspark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77704B-D3C3-4B96-94F2-F0017B77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48250"/>
            <a:ext cx="6477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B61343-472E-498C-AE06-5F72B775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238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Runtime Databricks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B76059-B1D3-4F33-9433-8B000809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A1A33"/>
                </a:solidFill>
                <a:latin typeface="Arial"/>
                <a:ea typeface="Arial"/>
                <a:cs typeface="Arial"/>
              </a:rPr>
              <a:t>versions installées · cluster · librairies</a:t>
            </a:r>
          </a:p>
        </p:txBody>
      </p:sp>
    </p:spTree>
    <p:extLst>
      <p:ext uri="{BB962C8B-B14F-4D97-AF65-F5344CB8AC3E}">
        <p14:creationId xmlns:p14="http://schemas.microsoft.com/office/powerpoint/2010/main" val="3381053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93277A-9111-4590-8C52-EFB5F7EE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8E374-B099-461B-BED8-3A8E45DF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1D469-464D-44C9-BC7A-820BFF07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66875"/>
            <a:ext cx="742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Databricks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8C643-93D6-4F8E-BBE6-C5F819C1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813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1A33"/>
                </a:solidFill>
                <a:latin typeface="Arial"/>
                <a:ea typeface="Arial"/>
                <a:cs typeface="Arial"/>
              </a:rPr>
              <a:t>Se repérer avant de coder.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FDF84-96AA-4FF4-A962-304B9FB9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SECTION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7B1D6-4D0F-49DE-BD19-BF1045E4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942239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3AF0D2-2476-444C-AAAB-286565FB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EE885-64D8-4E32-BEA5-5FE57E2B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01 · DATABRICKS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AA6EF-4A74-433E-B7FB-CC36342F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Où sont le code, la donnée et le calcul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15151-D345-416A-A90E-413E865C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D82"/>
                </a:solidFill>
                <a:latin typeface="Arial"/>
                <a:ea typeface="Arial"/>
                <a:cs typeface="Arial"/>
              </a:rPr>
              <a:t>Les débutants doivent d'abord se repérer.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9976D-E1EF-4BD1-85F2-170255EC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AF5E0-A8FC-4762-80D5-6AACB4C8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01 · DATABRICKS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82DB0-F274-4667-AF79-CB11DE43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EFBC3-D712-4384-AECC-4A74F8E1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91814-E9DD-448F-8DBE-F8AB8BCC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Workspace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18640B-BA1B-4CB6-8D44-0D1E3484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052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notebooks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/Shared/training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F210F-0777-4783-959B-7F1F1FB7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5750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76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C8A4D0-1144-4DD9-BF07-2D68ECFE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1242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178DD2-E7EB-4576-90F2-EA2CB075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5052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exécute le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52147F-4984-4E58-8AA3-793B7606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DF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2764A3-4CF9-4625-8D82-6E409F5D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242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FileStore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76DCB-7DE3-4A9A-9751-86D082CC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052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A1A33"/>
                </a:solidFill>
                <a:latin typeface="Arial"/>
                <a:ea typeface="Arial"/>
                <a:cs typeface="Arial"/>
              </a:rPr>
              <a:t>insurance.csv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00277-D013-42E8-89F9-14B7E577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0E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9FC11C-41CB-4207-BDA7-466F2ED9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242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Résultat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03F31A-AA7A-4CA7-AC45-5FA5092A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052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A1A33"/>
                </a:solidFill>
                <a:latin typeface="Arial"/>
                <a:ea typeface="Arial"/>
                <a:cs typeface="Arial"/>
              </a:rPr>
              <a:t>table · texte · graphique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73D971-FA57-4DE4-827E-3BEBD366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67100"/>
            <a:ext cx="1000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30F6F9-C460-479E-ADD2-1F910AA1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19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8B2F73-402D-4B16-A06A-0C2AF374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67100"/>
            <a:ext cx="1000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60B433-BD75-42FD-9D95-864C3A5E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419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F827E2-D583-41CA-A046-181C9D88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67100"/>
            <a:ext cx="80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4ADAB-0D1E-459D-9F9A-D4A6FD74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19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117508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88E1AA-CB4B-4D16-BE0F-5DD7CC03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C7647-D800-4E60-B104-8F04DEAD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32E0D-E81A-497D-9A38-DAD7BFBF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Avant d’exécuter une cellule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A8379-7A0B-4477-BC12-CDE78CFB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D82"/>
                </a:solidFill>
                <a:latin typeface="Arial"/>
                <a:ea typeface="Arial"/>
                <a:cs typeface="Arial"/>
              </a:rPr>
              <a:t>À cocher avant de passer à l’étape suivante.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01A67-A784-4969-8B14-6A56CA34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D015C-9C4D-45C6-ACD8-1CF539AE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CHECKLIST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2867D-2249-45E0-898F-E43FF1AD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6A00C-A37B-4601-8AD4-CB35F0BD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81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19050">
            <a:solidFill>
              <a:srgbClr val="1A1A3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4FFDD-1803-4731-B87F-CB5FA12B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0030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Le bon notebook est ouvert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1A5CF-3730-44BD-99B5-D8F03410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908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19050">
            <a:solidFill>
              <a:srgbClr val="1A1A3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471BD-AA99-4986-80AE-844D6EFF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0990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Le cluster est attaché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EA334-DADA-47B9-9179-FAEB4ADD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004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19050">
            <a:solidFill>
              <a:srgbClr val="1A1A3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F7F3C-4863-4150-A954-DB6676D7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1950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Le fichier est au bon endroit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BF6C8F-5646-4FEB-8ACB-97CB610E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100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19050">
            <a:solidFill>
              <a:srgbClr val="1A1A3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2B688-2B0E-448B-B748-1C5DC6F8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2910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Je sais quel résultat attendre</a:t>
            </a:r>
          </a:p>
        </p:txBody>
      </p:sp>
    </p:spTree>
    <p:extLst>
      <p:ext uri="{BB962C8B-B14F-4D97-AF65-F5344CB8AC3E}">
        <p14:creationId xmlns:p14="http://schemas.microsoft.com/office/powerpoint/2010/main" val="100199529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C9A5BB-7E69-48AC-9D12-322FC9CF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38477-4A6B-4C84-899A-94BD7863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STOP SLIDES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70005-B059-4F16-B7E0-D1EC1156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Allez dans le notebook.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3C73C-6C16-4281-8289-84937104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DFF4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DFF45"/>
                </a:solidFill>
                <a:latin typeface="Arial"/>
                <a:ea typeface="Arial"/>
                <a:cs typeface="Arial"/>
              </a:rPr>
              <a:t>01_intro_databricks.py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5EBDB-4DCD-4071-938F-292AF046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838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9B931-B6A8-49C1-934F-7192C91F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Exécuter Hello Databricks, puis modifier une variable.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67869-D4E1-47D8-BE46-19F8AC75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NOTEBOOK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52776-0B37-4CFE-AA5E-14B6DCD1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3141528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A73BB7-90CC-452B-B024-BEC2DB15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D1827-6BB5-4849-87FA-395FC72F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QCM LIVE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C2219-DBB6-4173-8EF2-76B9CF8F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 notebook Databricks sert d’abord à…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B45A2-B7AC-43FA-9557-397A9026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DC9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DC9D8"/>
                </a:solidFill>
                <a:latin typeface="Arial"/>
                <a:ea typeface="Arial"/>
                <a:cs typeface="Arial"/>
              </a:rPr>
              <a:t>Vote à main levée ou dans le chat.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3E366-33F6-417E-9C0C-5D376DB5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79C5C-7810-4DA2-B526-830B9DFC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QCM LIVE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E64DC-E7B7-4F1B-A01D-9BDCD41D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6D22F-E17A-4C96-BD3D-A90769F1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FBB0B-F1EA-47FC-99A2-E1706C2A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431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4DD5B-3E0D-4D9F-AD9E-55FD168A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543175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Stocker uniquement un 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94B3F-ED74-46A2-84F0-BE434D7C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185A3-BB78-455E-9619-57D28AE4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670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F24D5-660C-4372-A967-6DDABF38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267075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Mélanger texte, code et résultats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8F4A08-0A10-4090-BCFE-3066FA33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6301B-8A1D-4B9D-8588-23D993E3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909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D9639A-7D0E-40FA-90D5-BC1AFA13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990975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Remplacer le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D59093-4393-4D40-BEF1-55485D50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6EEF17-D81E-46B0-BF3A-CFA80C7A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148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39FBF0-B9D1-40C5-AF3C-452A4337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714875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Installer Python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97772C-CD4E-42A6-8CDF-E8FDACCD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Réponse: B</a:t>
            </a:r>
          </a:p>
        </p:txBody>
      </p:sp>
    </p:spTree>
    <p:extLst>
      <p:ext uri="{BB962C8B-B14F-4D97-AF65-F5344CB8AC3E}">
        <p14:creationId xmlns:p14="http://schemas.microsoft.com/office/powerpoint/2010/main" val="134422510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42A518-25BE-44EE-8DF7-55272764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9E411-6420-4C7E-9B92-9B41DCA1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CF53A-C57F-4797-A65C-A547D797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66875"/>
            <a:ext cx="742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Python utile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6B835-EF3C-4C6B-BA1D-883CC358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813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1A33"/>
                </a:solidFill>
                <a:latin typeface="Arial"/>
                <a:ea typeface="Arial"/>
                <a:cs typeface="Arial"/>
              </a:rPr>
              <a:t>Lire, modifier, vérifier.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7E12D-048A-4C9E-90A2-9E567ABE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SECTION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DD93C-7DE1-4010-BA00-24593D63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026673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CA41E5-CC8B-4A69-9B32-700DAC28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44004-1B6E-48BB-A801-85FA2BD6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E6CCE-4E13-4EA4-B202-279DBA80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Lire une variable.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68AC3-14E4-474C-B147-0B90EF24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D82"/>
                </a:solidFill>
                <a:latin typeface="Arial"/>
                <a:ea typeface="Arial"/>
                <a:cs typeface="Arial"/>
              </a:rPr>
              <a:t>Lecture ligne par ligne.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57695-508E-4EE1-9E61-7BD2FC14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DC1A3-BC49-4A90-9C1F-3C54F941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F0DC6-543D-4E1F-B83F-C4A75585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D9CE8-2896-4A9C-89D7-F30C62F8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A6859-C133-4777-A36D-2129EC60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age = 45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region = "southwest"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premium = 1200.50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4E872-7FA9-4DE9-B07E-4E74650F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9A0DD-435E-4DD2-9A35-15865BC4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07744-70D0-4E78-9AED-900E9CCA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03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age, region, premium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98BA5-A674-4C6A-999A-6965D978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AAD05A-4E70-4059-8280-73149DB0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337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Valeur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333E84-C4E8-49B3-83BE-EDC67578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433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45, texte, montant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EB260D-2892-410E-9262-19422AA1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624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39362B-D394-43DE-AD7C-953D7960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767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Réflexe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9961CE-1790-4DCC-A5E6-D5C5B500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862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A1A33"/>
                </a:solidFill>
                <a:latin typeface="Arial"/>
                <a:ea typeface="Arial"/>
                <a:cs typeface="Arial"/>
              </a:rPr>
              <a:t>modifier puis exécuter</a:t>
            </a:r>
          </a:p>
        </p:txBody>
      </p:sp>
    </p:spTree>
    <p:extLst>
      <p:ext uri="{BB962C8B-B14F-4D97-AF65-F5344CB8AC3E}">
        <p14:creationId xmlns:p14="http://schemas.microsoft.com/office/powerpoint/2010/main" val="194536793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6CC2B2-1EFE-4967-9CC3-9FDA0F4F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C8818-FFB3-45B3-9DA8-0DF5AF7D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E541F-53BD-4546-8168-0F3E61DE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Comprendre import.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83450-DD06-4CF5-B9E3-45F7B050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D82"/>
                </a:solidFill>
                <a:latin typeface="Arial"/>
                <a:ea typeface="Arial"/>
                <a:cs typeface="Arial"/>
              </a:rPr>
              <a:t>Lecture ligne par ligne.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4C2A6-AAD4-442F-A98D-E5222B89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79509-255C-4203-B368-E46B2E37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5E206-B2A5-4211-83A3-4E1327A3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000E2-0D1D-49FD-892B-E9361AD8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60C52-892B-4162-96C6-0592C8C1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pandas as pd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pyspark.sql.functions import avg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88574-285D-43E4-84EC-6CC90F72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272FC-6AC8-4CB3-884F-EFE3565C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Package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68BB8-F4EB-4123-90DC-2AFA8683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03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pandas devient pd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D07FB-F3EE-45E6-86DB-15A18539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0358B-11DB-48AC-87AC-B0775BFD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337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Fonction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B6E1D7-4ADE-4096-8FE8-25D92CE6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433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avg est importée seule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F471E-9AD6-45C2-83D0-53DD8C3C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624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57950C-D6CA-446E-BB50-897674D9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767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Conseil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DD8C59-914C-4A00-9F7F-C700D522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862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A1A33"/>
                </a:solidFill>
                <a:latin typeface="Arial"/>
                <a:ea typeface="Arial"/>
                <a:cs typeface="Arial"/>
              </a:rPr>
              <a:t>ne pas mémoriser: reconnaître</a:t>
            </a:r>
          </a:p>
        </p:txBody>
      </p:sp>
    </p:spTree>
    <p:extLst>
      <p:ext uri="{BB962C8B-B14F-4D97-AF65-F5344CB8AC3E}">
        <p14:creationId xmlns:p14="http://schemas.microsoft.com/office/powerpoint/2010/main" val="141084903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D645E9-0CC4-4BD3-A65E-054B8689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20007-3045-4A9A-93EA-EF9E312B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MÉTHODE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0FD46-7921-46BB-92F6-D71AE014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Lire une ligne de code en trois passes.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061A2-4021-4753-A165-41538FFB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DC9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DC9D8"/>
                </a:solidFill>
                <a:latin typeface="Arial"/>
                <a:ea typeface="Arial"/>
                <a:cs typeface="Arial"/>
              </a:rPr>
              <a:t>La bonne question avant la bonne commande.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1C661-13B2-4E82-A120-388C6B0D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9C7F1-2C86-4181-933F-DB88FF23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MÉTHODE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0FCEB-62A3-48BF-8728-DD51EAA3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5FECA-32AC-42E9-9203-A88BDB66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231AD-8DD6-4BCD-9399-03D9BF0E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9087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Quoi 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247B8-E231-4E70-AD17-1BC395D1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62375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quel objet est manipulé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844ED-A307-4785-94F0-08CB4CC2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1937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4B76A-DEE8-4DED-A3F8-02A8C0EC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9087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Comment 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B17E6-F5E0-4533-BB39-0E092A60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62375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quelle commande est appelée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67AA3C-FEE9-4DE5-939F-3723D845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A52D78-8ED7-413F-82E1-324DF7B0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9087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Résultat 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F4A81-149A-4805-8814-1BEB0280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62375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A1A33"/>
                </a:solidFill>
                <a:latin typeface="Arial"/>
                <a:ea typeface="Arial"/>
                <a:cs typeface="Arial"/>
              </a:rPr>
              <a:t>qu’est-ce qui doit sortir</a:t>
            </a:r>
          </a:p>
        </p:txBody>
      </p:sp>
    </p:spTree>
    <p:extLst>
      <p:ext uri="{BB962C8B-B14F-4D97-AF65-F5344CB8AC3E}">
        <p14:creationId xmlns:p14="http://schemas.microsoft.com/office/powerpoint/2010/main" val="142425443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7C5A53-7FF1-4F8F-97AC-5FBF35EB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3FE1A-E720-4A85-8600-37D4BC36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ACTIVITÉ GUIDÉE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13456-D1F4-4317-BE4D-FCB74C0E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Variables et types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82BBC-4AC1-4C6B-98C9-B2805CAB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D82"/>
                </a:solidFill>
                <a:latin typeface="Arial"/>
                <a:ea typeface="Arial"/>
                <a:cs typeface="Arial"/>
              </a:rPr>
              <a:t>Les apprenants modifient du code déjà présent.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988C2-1808-44F0-B7DC-9992E95B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F3BF3-C6E5-47DA-9B61-4A8ED8FC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ACTIVITÉ GUIDÉE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065D6-1E21-47CD-A62C-37275421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726A1-C3B8-4417-9934-A19750D9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E4033-9416-4BE0-963A-07B6EB5E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43175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50CB2-CD48-40BB-9CF8-53CABDDA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14600"/>
            <a:ext cx="800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Changer age, bmi, smoker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8D1F0-F7FE-44B3-9865-E6EB2996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4C18F-B8CB-45AD-9114-985B94D6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A90EEB-27BB-4743-A93F-36D35EE3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28975"/>
            <a:ext cx="800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A1A33"/>
                </a:solidFill>
                <a:latin typeface="Arial"/>
                <a:ea typeface="Arial"/>
                <a:cs typeface="Arial"/>
              </a:rPr>
              <a:t>Exécuter type(...)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7CD3C-A832-4354-AC07-9790036B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1D4BEB-8BD0-46BC-99BB-F3D60C3B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71925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A1A26-1D97-4ECA-8921-9DC106DC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43350"/>
            <a:ext cx="800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A1A33"/>
                </a:solidFill>
                <a:latin typeface="Arial"/>
                <a:ea typeface="Arial"/>
                <a:cs typeface="Arial"/>
              </a:rPr>
              <a:t>Dire le type à voix haute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CF9A7-B69A-4AFD-B644-06F1D6DF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F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D5F03-B42A-4BA9-9AA7-16FE5A13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62625"/>
            <a:ext cx="685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Sortie attendue · 3 types identifiés</a:t>
            </a:r>
          </a:p>
        </p:txBody>
      </p:sp>
    </p:spTree>
    <p:extLst>
      <p:ext uri="{BB962C8B-B14F-4D97-AF65-F5344CB8AC3E}">
        <p14:creationId xmlns:p14="http://schemas.microsoft.com/office/powerpoint/2010/main" val="49989202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19F86D-7C2C-42B1-B643-09A29779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F4950-FD07-4E1B-98B2-5625ACA1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STOP SLIDES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1E80E-C31E-4BB5-BF35-FB489CF9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Allez dans le notebook.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44C64-BF04-4E91-BF55-D25C2EEE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DFF4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DFF45"/>
                </a:solidFill>
                <a:latin typeface="Arial"/>
                <a:ea typeface="Arial"/>
                <a:cs typeface="Arial"/>
              </a:rPr>
              <a:t>02_python_basics.py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DA09D-D41B-48AA-933D-2964DF7B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838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46CCB-CD6C-44AF-865A-494EC4FA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Faire les blocs modules, variables, conditions.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65E26-7665-49F5-91F1-A9FE3BAE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NOTEBOOK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4D51E-A3DD-4268-B767-E2B8BAAF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7073914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09E4DC-2764-4093-9EAA-BFE07B5A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7FA73-E5B2-4302-B3DB-3FE35041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QCM LIVE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FB839-3A25-4DA2-8460-2DFAC13A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 fait `import pandas as pd`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8E320-C911-4633-A554-7FB7E7B1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DC9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DC9D8"/>
                </a:solidFill>
                <a:latin typeface="Arial"/>
                <a:ea typeface="Arial"/>
                <a:cs typeface="Arial"/>
              </a:rPr>
              <a:t>Vote à main levée ou dans le chat.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44B54-FAEA-4CF8-A749-683008EB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CBA41-FDDA-4823-AABC-28575CBE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QCM LIVE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63C09-6F3F-42BA-AF5E-C1E5C096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332B6-CD01-4A12-BDF6-79EFC326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56B90-9E88-4551-9049-E29B3C97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431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ADAC3-CB34-4DD2-ABC1-040FCF03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543175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Lit automatiquement le 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DE6E9-4517-498C-A659-E5C14F3C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8C4FF-E1B7-4AD5-B886-9DBFCB45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670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325DA-9D7E-4177-91F1-44313ABA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267075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Rend pandas disponible sous le nom pd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C9E43-1B44-4050-B3D8-359513E3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FD63B9-4B58-4A37-96AB-1F599438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909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572E5-B818-4A6A-975C-69FB2CB5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990975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Crée une table Spark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08FAD2-6062-4475-9932-FCE4C646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91CE81-67E5-46B8-AC22-433E041B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148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2AFC67-9B67-49B7-B92F-CF926DFF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714875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Lance un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FC780D-E947-41D9-9F4D-11F7AE55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Réponse: B</a:t>
            </a:r>
          </a:p>
        </p:txBody>
      </p:sp>
    </p:spTree>
    <p:extLst>
      <p:ext uri="{BB962C8B-B14F-4D97-AF65-F5344CB8AC3E}">
        <p14:creationId xmlns:p14="http://schemas.microsoft.com/office/powerpoint/2010/main" val="56796439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982037-E5A7-4EF2-8676-54DFE511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D6CB5-A51D-4676-ACB4-D77849C3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1A5A6-A4FE-49DD-9738-88F45229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66875"/>
            <a:ext cx="742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pandas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9924B-CEAA-40E8-A9C4-6CA49BF5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813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1A33"/>
                </a:solidFill>
                <a:latin typeface="Arial"/>
                <a:ea typeface="Arial"/>
                <a:cs typeface="Arial"/>
              </a:rPr>
              <a:t>Contrôler, filtrer, agréger.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C9725-E4ED-4BB5-9929-7D71F1DB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SECTION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EDC72-938A-4960-98FA-F140DF05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8416924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619B62-7610-436C-8F85-4828E2A5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3599E-41A0-4157-9A63-0E1C7B66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03 · MÉTHODE DATAFRAME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AAAAC-E782-4E0C-B02A-CCAA61C0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La méthode analytique reste stable.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5DE6F-B6A7-4D25-BCCC-EA8E041D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D82"/>
                </a:solidFill>
                <a:latin typeface="Arial"/>
                <a:ea typeface="Arial"/>
                <a:cs typeface="Arial"/>
              </a:rPr>
              <a:t>Les outils changent, le raisonnement doit rester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1BA25-A527-4393-A2A2-0B1D4B35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DAD94-80F4-4FE5-A1D1-E7AB909F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03 · MÉTHODE DATAFRAME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01A31-9E99-450B-B2DB-5FDBB8C9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1FBE8-19BC-44A1-A9F9-29211896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428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1ED"/>
          </a:solidFill>
          <a:ln xmlns:a="http://schemas.openxmlformats.org/drawingml/2006/main" w="9525">
            <a:solidFill>
              <a:srgbClr val="D6D2C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D3623-A897-43FF-9178-35405323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099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Charger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FF1F5-214C-4E7C-B583-51FFD3C2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14700"/>
            <a:ext cx="447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9AE9E-957C-4EAF-B034-A30ABF24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67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77F47-A717-4250-A61F-90168E66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52750"/>
            <a:ext cx="1428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6745"/>
          </a:solidFill>
          <a:ln xmlns:a="http://schemas.openxmlformats.org/drawingml/2006/main" w="9525">
            <a:solidFill>
              <a:srgbClr val="FF674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90EE8-24BF-4276-81FB-6A0EC84C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099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Contrôler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D4240A-E3D7-4671-B32E-8CA5ED4B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314700"/>
            <a:ext cx="447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4D0385-4BF1-4275-B428-3813D453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67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C2660-A5FC-4CED-B514-90699B35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52750"/>
            <a:ext cx="1428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1ED"/>
          </a:solidFill>
          <a:ln xmlns:a="http://schemas.openxmlformats.org/drawingml/2006/main" w="9525">
            <a:solidFill>
              <a:srgbClr val="D6D2C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96DBA4-81D2-4266-989F-12F79196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099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Explorer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47585A-2A04-4517-9C21-0E8A3BB3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14700"/>
            <a:ext cx="447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3F5B32-C5A6-4D25-ABA6-46E09901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67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0620DF-88BB-45F6-A66F-446D41A6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52750"/>
            <a:ext cx="1428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1ED"/>
          </a:solidFill>
          <a:ln xmlns:a="http://schemas.openxmlformats.org/drawingml/2006/main" w="9525">
            <a:solidFill>
              <a:srgbClr val="D6D2C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A5932D-1F79-4647-99E0-92D9EA24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99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Filtrer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E11B6-6F65-4508-89FA-1DDDC883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314700"/>
            <a:ext cx="447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F7F8C7-E883-4D00-996C-7D85E489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67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1A9EBA-1641-42E4-A5F7-8D9BF729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1428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1ED"/>
          </a:solidFill>
          <a:ln xmlns:a="http://schemas.openxmlformats.org/drawingml/2006/main" w="9525">
            <a:solidFill>
              <a:srgbClr val="D6D2C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5A5DCE-409A-45CB-80EA-7ECBC69B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099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Agréger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04A291-AFC4-4066-9B74-67146CB5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14700"/>
            <a:ext cx="447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BB5E62-93E1-4E00-8059-E17DDC6E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267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B0FFC8-B19A-4F48-87F5-47EF128F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952750"/>
            <a:ext cx="1428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6745"/>
          </a:solidFill>
          <a:ln xmlns:a="http://schemas.openxmlformats.org/drawingml/2006/main" w="9525">
            <a:solidFill>
              <a:srgbClr val="FF674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B7DEA4-F7EE-4BF4-BF3F-D2E5502D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099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Interpréter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2B733C-8CE4-4D05-A61B-D4F88B10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625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Tip formateur: demander une phrase métier après chaque résultat.</a:t>
            </a:r>
          </a:p>
        </p:txBody>
      </p:sp>
    </p:spTree>
    <p:extLst>
      <p:ext uri="{BB962C8B-B14F-4D97-AF65-F5344CB8AC3E}">
        <p14:creationId xmlns:p14="http://schemas.microsoft.com/office/powerpoint/2010/main" val="115821898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F13F17-A256-48F8-B151-28F6665A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96E2D-7DA5-409B-A912-F7C4703A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E1E2B-B0CB-4169-A44F-9610C1A5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Avant d’analyser une 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92CE7-A107-4A19-B977-D0AF23DA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D82"/>
                </a:solidFill>
                <a:latin typeface="Arial"/>
                <a:ea typeface="Arial"/>
                <a:cs typeface="Arial"/>
              </a:rPr>
              <a:t>À cocher avant de passer à l’étape suivante.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20BEB-2840-4BE6-815E-7EFFF456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129E3-2513-479A-B33C-6D6BCCE7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CHECKLIST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91683-E360-4735-B5D8-CA8990E2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A041C-3C1A-4110-953E-E6F01BE6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81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19050">
            <a:solidFill>
              <a:srgbClr val="1A1A3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84783-8D9C-4AB2-9B7D-74EB59FD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0030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Afficher les premières lignes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92E9C-6504-4165-BFBC-E54DE529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908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19050">
            <a:solidFill>
              <a:srgbClr val="1A1A3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EC3A1-5874-443A-949A-4C85EB3E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0990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Lister les colonnes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A0244-278D-4740-89BE-8B2BEED3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004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19050">
            <a:solidFill>
              <a:srgbClr val="1A1A3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BFAB52-B516-4CBE-B3AB-22E4571E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1950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Vérifier les types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0B518-C7C9-4370-B3BD-0245DBD3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100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19050">
            <a:solidFill>
              <a:srgbClr val="1A1A3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8DEE8-E847-4E86-BE23-7F148B88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2910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Identifier la colonne cible</a:t>
            </a:r>
          </a:p>
        </p:txBody>
      </p:sp>
    </p:spTree>
    <p:extLst>
      <p:ext uri="{BB962C8B-B14F-4D97-AF65-F5344CB8AC3E}">
        <p14:creationId xmlns:p14="http://schemas.microsoft.com/office/powerpoint/2010/main" val="148139062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96D4B7-5747-44CD-9BD9-6724C1D0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DAE80-F777-4C8D-8B93-CCEB4A1B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PANDAS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1F03A-9B82-4F9F-B6A1-55B90ACB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Charger et contrôler.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85AF0-58CF-4B7E-B026-EAFB81E4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D82"/>
                </a:solidFill>
                <a:latin typeface="Arial"/>
                <a:ea typeface="Arial"/>
                <a:cs typeface="Arial"/>
              </a:rPr>
              <a:t>Lecture ligne par ligne.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58A51-DAC7-4698-8EEB-BFBE8E65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AF0D0-8545-47E0-8A92-5D6816DF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PANDAS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F4A6E-9314-4441-9A8F-B4678FB4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E0014-C3C1-46D0-A62F-62162B31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DED7C-818B-420B-92B8-926D7A1B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df = pd.read_csv("/dbfs/FileStore/tables/insurance.csv")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df.head()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df.info()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df.describe()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631D9-63FA-4497-B811-A7AEED4D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ACE50-CF43-4E34-A9EA-5358A358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1B176-22F4-4FA4-8E62-D0E3F040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03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/dbfs pour pandas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4E4F4-A5A0-48B6-AFD7-AAD0B5E7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47ADDD-D01C-49E7-9EB6-70652041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337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Contrôle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71FA2-7365-4A8F-ABD7-F788F14F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433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avant d’analyser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0DDE35-7345-4A1A-9D40-90BA80A7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624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43F0B9-F00A-489B-BBE1-33690B4C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767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Tip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40EC6B-4D52-4BFE-94A7-ACE085CC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862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A1A33"/>
                </a:solidFill>
                <a:latin typeface="Arial"/>
                <a:ea typeface="Arial"/>
                <a:cs typeface="Arial"/>
              </a:rPr>
              <a:t>ne jamais filtrer trop tôt</a:t>
            </a:r>
          </a:p>
        </p:txBody>
      </p:sp>
    </p:spTree>
    <p:extLst>
      <p:ext uri="{BB962C8B-B14F-4D97-AF65-F5344CB8AC3E}">
        <p14:creationId xmlns:p14="http://schemas.microsoft.com/office/powerpoint/2010/main" val="194536121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C2DE2C-4F00-4BB1-832B-885A939D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667BF-A248-4020-A788-9B16AE92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ACTIVITÉ GUIDÉE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8EBBD-BB73-4BE2-B652-D626C3FA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Contrôler la 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F60E3-24A8-40B7-BBD9-08A973F7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D82"/>
                </a:solidFill>
                <a:latin typeface="Arial"/>
                <a:ea typeface="Arial"/>
                <a:cs typeface="Arial"/>
              </a:rPr>
              <a:t>Les apprenants modifient du code déjà présent.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7AD55-557E-427E-BB1A-716E4C39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463A5-1C6E-41B8-B636-5F07CFFA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ACTIVITÉ GUIDÉE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09052-62CF-423A-9F86-0466ECF5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72622-B3F2-451D-9EFC-30BB4628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92961-5F3C-4EF3-931C-BB0A034D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43175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686CC-CF67-46E4-A8DB-9ABDB435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14600"/>
            <a:ext cx="800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Afficher head()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94975-D9B4-4BB4-8912-43D3B949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FF911-8343-4E20-8800-CDE8A048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DC375-4A29-46CF-B48B-C423EE70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28975"/>
            <a:ext cx="800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A1A33"/>
                </a:solidFill>
                <a:latin typeface="Arial"/>
                <a:ea typeface="Arial"/>
                <a:cs typeface="Arial"/>
              </a:rPr>
              <a:t>Compter les lignes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1A501E-F9F0-4D02-9594-8FD0D69F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DDFF55-221E-480D-BDBA-E0FF5042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71925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800E5-96D3-40D8-A9C1-B7AD8480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43350"/>
            <a:ext cx="800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A1A33"/>
                </a:solidFill>
                <a:latin typeface="Arial"/>
                <a:ea typeface="Arial"/>
                <a:cs typeface="Arial"/>
              </a:rPr>
              <a:t>Identifier charges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79AD53-DB0A-4B8D-B54C-ED87187C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F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F8FF8F-AB80-4DAB-986F-AC929B0E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62625"/>
            <a:ext cx="685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Sortie attendue · table comprise avant filtre</a:t>
            </a:r>
          </a:p>
        </p:txBody>
      </p:sp>
    </p:spTree>
    <p:extLst>
      <p:ext uri="{BB962C8B-B14F-4D97-AF65-F5344CB8AC3E}">
        <p14:creationId xmlns:p14="http://schemas.microsoft.com/office/powerpoint/2010/main" val="139948296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86930E-D3AA-4AA9-8A6F-FC8117ED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A75DB-8072-4D57-81AB-667F755E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PANDAS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2BF85-45F2-4183-9928-5D456F0E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Filtrer sans page blanche.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CAB4F-4C07-4B14-9859-0F242431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D82"/>
                </a:solidFill>
                <a:latin typeface="Arial"/>
                <a:ea typeface="Arial"/>
                <a:cs typeface="Arial"/>
              </a:rPr>
              <a:t>Lecture ligne par ligne.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4C230-DA1F-4D88-B815-B4AD7EF8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6172A-C110-4D3C-B268-B47F68DE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PANDAS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AA0AD-0E33-4C8B-BF99-228DCA80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40D57-F3D7-47F7-82C5-0E4B76D6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E07C0-AB51-4564-8017-F302FFEC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df[df["smoker"] == "yes"]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df[df["bmi"] &gt; 30]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59294-499D-4122-A694-68FF090E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2B4E8-FC29-4329-A5C9-B3E52B44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Condition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ACB5AB-59BD-446C-9B16-FF57532C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03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vrai/faux par ligne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80817-2851-4173-890F-50C4FCB8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05A0B-1988-4684-A5A9-9CF5F1E5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337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==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327044-7099-47B3-B171-F19F962D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433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8CC37-5ECC-4FF7-9DB8-CD912992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624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91E6C-3ACA-45A7-85E1-E64379A2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767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6EF28-512C-4ED5-8E12-ECFBA2FB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862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A1A33"/>
                </a:solidFill>
                <a:latin typeface="Arial"/>
                <a:ea typeface="Arial"/>
                <a:cs typeface="Arial"/>
              </a:rPr>
              <a:t>affecte une valeur</a:t>
            </a:r>
          </a:p>
        </p:txBody>
      </p:sp>
    </p:spTree>
    <p:extLst>
      <p:ext uri="{BB962C8B-B14F-4D97-AF65-F5344CB8AC3E}">
        <p14:creationId xmlns:p14="http://schemas.microsoft.com/office/powerpoint/2010/main" val="152526703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B37A68-1843-4F4E-A25E-56A57F30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29810-A974-4645-82ED-925C6F50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QCM LIVE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7946F-DFED-4311-B854-6C46C607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Pourquoi utilise-t-on `==` dans un filtre pandas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E10B6-9FA4-4A28-9367-6C0BF8E0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DC9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DC9D8"/>
                </a:solidFill>
                <a:latin typeface="Arial"/>
                <a:ea typeface="Arial"/>
                <a:cs typeface="Arial"/>
              </a:rPr>
              <a:t>Vote à main levée ou dans le chat.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E4AE0-7B35-4800-B832-165A77D9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414CD-9242-4CA7-A778-9D8FEA6D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QCM LIVE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C33C0-897E-446D-8D46-A2072B0D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247CD-1BFE-43F8-A4E9-436F003B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62F38-A88B-4461-956E-4EA02435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431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92DC1-00CE-4699-886B-3A3643CD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543175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Pour affecter une valeur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BE7BA-0797-49E6-9296-A062F16B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6C5D5-A824-4233-9394-E426506F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670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DA302B-227D-48AE-80EB-1B1F476A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267075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Pour comparer deux valeurs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F4685-C7C3-41AE-BF7D-8566B8D0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24CACD-B301-4872-BB51-812AD526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909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2532B-9351-416C-9651-C8DC50D7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990975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Pour trier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87D6BD-1567-428E-8228-A097D3FF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50F06-37AF-4B57-BC1F-F434414F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148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0A61DC-87ED-4753-81BB-BF1D702E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714875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Pour importer pandas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D988D6-9A30-4976-AA79-184F3EA9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Réponse: B</a:t>
            </a:r>
          </a:p>
        </p:txBody>
      </p:sp>
    </p:spTree>
    <p:extLst>
      <p:ext uri="{BB962C8B-B14F-4D97-AF65-F5344CB8AC3E}">
        <p14:creationId xmlns:p14="http://schemas.microsoft.com/office/powerpoint/2010/main" val="70389268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348F57-801A-42EB-846C-E63388A6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61A2A-FCA3-4464-B788-9E98E505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PANDAS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E0353-E60F-4F50-A2DD-241B51D4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Agréger pour répondre.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DED13-075E-41AC-B556-9D9CC7D1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D82"/>
                </a:solidFill>
                <a:latin typeface="Arial"/>
                <a:ea typeface="Arial"/>
                <a:cs typeface="Arial"/>
              </a:rPr>
              <a:t>Lecture ligne par ligne.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9B50B-BBB3-419B-B97D-96941888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E7A97-33EE-40EE-B025-C6060EED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PANDAS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244D6-67CE-4690-B45B-C2884643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2BCC0-EDE3-45DF-AD4D-EFD73902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3E652-6DF4-4091-9B87-EAC472C3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df.groupby("smoker")["charges"].mean()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.sort_values(ascending=False)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71394-D711-495B-9BED-356983C5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0B77D-5C04-4131-A75D-606A5680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3EB27-F878-4170-A8B4-5B2DCD2C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03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segment métier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4724B-5BB8-46DA-8B45-0FDA7EF3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1D1F2C-22EE-460C-B553-ADBB85D5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337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71F0C-69DA-412B-BD65-AB66FD0F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433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charges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92E62D-D24E-438C-B028-144A3E0A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624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75723-21B8-4F10-A7C5-69F845EC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767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4F6D20-6B9A-43F8-94AC-6F10F275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862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A1A33"/>
                </a:solidFill>
                <a:latin typeface="Arial"/>
                <a:ea typeface="Arial"/>
                <a:cs typeface="Arial"/>
              </a:rPr>
              <a:t>phrase métier</a:t>
            </a:r>
          </a:p>
        </p:txBody>
      </p:sp>
    </p:spTree>
    <p:extLst>
      <p:ext uri="{BB962C8B-B14F-4D97-AF65-F5344CB8AC3E}">
        <p14:creationId xmlns:p14="http://schemas.microsoft.com/office/powerpoint/2010/main" val="1266543286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BE629E-043F-4DAA-837B-C4B53DEC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A0647-2877-468E-9CD1-509F2B92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MÉTHODE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DA04E-0CF1-4635-8C23-DEFCBDA4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Lire une agrégation.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CD908-3464-4655-B75F-1355E6C2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DC9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DC9D8"/>
                </a:solidFill>
                <a:latin typeface="Arial"/>
                <a:ea typeface="Arial"/>
                <a:cs typeface="Arial"/>
              </a:rPr>
              <a:t>La bonne question avant la bonne commande.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2F416-8EC0-47D5-A248-7E9026C6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D756A-8C3B-4F93-B221-D0D028FD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MÉTHODE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112C6-387F-4FD5-A749-ECB2552F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DF75A-1855-4927-BBDF-1282C957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D2307D-6A8E-4297-B07E-02BEFB43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9087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Segment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9E0ED-4026-41CE-8C7D-F97F38C8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62375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 qui regroupe-t-on 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9248F-130E-4FBB-B9D6-7213D300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1937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024F8-3200-41B4-91D4-3F6B1248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9087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Mesure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FDE4D-09B3-465D-A7C6-056BCBB5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62375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que calcule-t-on 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09D125-0444-4454-8CE2-D3F2A10B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C6EC1E-831A-4903-8B5B-8AFB5683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9087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Décision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50731D-8793-4915-9F06-14F561B0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62375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A1A33"/>
                </a:solidFill>
                <a:latin typeface="Arial"/>
                <a:ea typeface="Arial"/>
                <a:cs typeface="Arial"/>
              </a:rPr>
              <a:t>que peut-on dire ?</a:t>
            </a:r>
          </a:p>
        </p:txBody>
      </p:sp>
    </p:spTree>
    <p:extLst>
      <p:ext uri="{BB962C8B-B14F-4D97-AF65-F5344CB8AC3E}">
        <p14:creationId xmlns:p14="http://schemas.microsoft.com/office/powerpoint/2010/main" val="1716675719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E6F4A3-C5F3-40BC-9031-41E3AFE2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B8CC3-352F-4167-930B-CEEC10A0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STOP SLIDES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0F076-08DE-4629-AE8E-FBE20287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Allez dans le notebook.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CDB1E-3F07-4796-8F8B-E1B24022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DFF4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DFF45"/>
                </a:solidFill>
                <a:latin typeface="Arial"/>
                <a:ea typeface="Arial"/>
                <a:cs typeface="Arial"/>
              </a:rPr>
              <a:t>03_pandas_basics.py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AF92C-3322-402A-9E5E-A107E5CC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838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7D650-635B-41A0-8794-9CEA1755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Charger, contrôler, filtrer, agréger.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EC363-FD0C-4B4D-9965-50791A37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NOTEBOOK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F5B1B-92D4-4E2C-B1E2-2163575F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41121143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42465F-0135-490C-AC09-52A5A82E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6F656-FC69-4F5D-AA27-C0430651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BONNES PRATIQUES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A4C4C-5393-4A5A-926A-4374A9CF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pandas: les réflexes débutants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44DEF-DD18-4748-A3F8-412CFF77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DC9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DC9D8"/>
                </a:solidFill>
                <a:latin typeface="Arial"/>
                <a:ea typeface="Arial"/>
                <a:cs typeface="Arial"/>
              </a:rPr>
              <a:t>À répéter pendant toute la journée.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F7956-4022-47E9-8AE4-25482A64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33B95-0E13-4BC5-9A62-19934B90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BONNES PRATIQUES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D38D7-C4FC-4FBF-9E28-A397D39E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303EE-FEEA-4938-8891-F6F7A1C7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C3792-7FAE-41D8-B82F-EC26A350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C8A98-A7B4-4148-A0FD-22C48FD1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955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Contrôler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03867D-C37B-438E-BB0B-2BBC648F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05075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1E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6D1E3"/>
                </a:solidFill>
                <a:latin typeface="Arial"/>
                <a:ea typeface="Arial"/>
                <a:cs typeface="Arial"/>
              </a:rPr>
              <a:t>head, info, describe avant filtre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730AB5-892A-45AD-BD42-F8BA3455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861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35C26E-EB50-48FC-9ED4-C6A5C86B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861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9E84C9-26CE-4BA9-B714-F411C1C3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004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Nommer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6B33A-B37E-42D4-B29F-1E019146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09925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1E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6D1E3"/>
                </a:solidFill>
                <a:latin typeface="Arial"/>
                <a:ea typeface="Arial"/>
                <a:cs typeface="Arial"/>
              </a:rPr>
              <a:t>variables métier, pas tmp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145D0-B554-4337-BB48-280C7FAF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FD0749-855D-4B55-ACD7-5FA5DABE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872D21-A362-4510-9203-EAA63231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052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CAA794-3C7B-4FC5-9F10-2F46EFAE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14775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1E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6D1E3"/>
                </a:solidFill>
                <a:latin typeface="Arial"/>
                <a:ea typeface="Arial"/>
                <a:cs typeface="Arial"/>
              </a:rPr>
              <a:t>mettre le segment le plus important en haut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2AD8C1-1D6E-4996-A525-08B29620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958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EB735E-51B8-4997-AF65-26172D07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958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D0EF15-B818-41AB-ABA3-16EFE465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101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Interpréter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53BE74-6C3D-43F9-BDD3-8258DBAD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9625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1E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6D1E3"/>
                </a:solidFill>
                <a:latin typeface="Arial"/>
                <a:ea typeface="Arial"/>
                <a:cs typeface="Arial"/>
              </a:rPr>
              <a:t>une sortie doit devenir une phrase</a:t>
            </a:r>
          </a:p>
        </p:txBody>
      </p:sp>
    </p:spTree>
    <p:extLst>
      <p:ext uri="{BB962C8B-B14F-4D97-AF65-F5344CB8AC3E}">
        <p14:creationId xmlns:p14="http://schemas.microsoft.com/office/powerpoint/2010/main" val="971169943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72B4A7-22D6-44F8-98E4-2110060E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7A11D-7232-4C47-A583-82FCD704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QCM LIVE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93CDA-FA67-400C-8361-47454388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Quelle sortie est la plus utile pour décider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B3182-06F5-4245-9A19-27B5E5D8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DC9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DC9D8"/>
                </a:solidFill>
                <a:latin typeface="Arial"/>
                <a:ea typeface="Arial"/>
                <a:cs typeface="Arial"/>
              </a:rPr>
              <a:t>Vote à main levée ou dans le chat.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16613-A812-41AA-8D5B-1373B8E4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BD7BF-9A82-47B8-8069-D8E97B75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QCM LIVE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B372B-D86E-4CDD-9B27-14319966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54BA0-FFCD-4144-87FF-CF995CFC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5099D-EC5B-4BD0-8BD2-6BF67B87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431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0389B-C24D-4385-81C3-7ED2AA73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543175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Une table non triée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7332B-4BFE-4740-AE61-9E305D19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9509A-1304-47BB-9658-170AD884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670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4F5A18-B067-4574-BD4D-F69A6E6E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267075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Une moyenne par segment triée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DEA8CC-5E9E-41B6-8C55-358F67EE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D08094-CD1C-44B8-A2C2-593F204E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909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EF2D8E-4F51-48D7-8805-CE8C4F1A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990975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Le code seul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3C29E3-4191-492C-A89F-E2417B6C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562B7D-B5D2-4ECA-A1BF-474680FE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148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524B40-F916-4FAB-B52F-FC477767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714875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Une cellule vide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29E6BC-70E8-41DA-839C-A564282C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Réponse: B</a:t>
            </a:r>
          </a:p>
        </p:txBody>
      </p:sp>
    </p:spTree>
    <p:extLst>
      <p:ext uri="{BB962C8B-B14F-4D97-AF65-F5344CB8AC3E}">
        <p14:creationId xmlns:p14="http://schemas.microsoft.com/office/powerpoint/2010/main" val="1495512826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BD3742-B9A9-4874-BA9E-7D289C6A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9BF1A-A2EE-4918-A097-F794D005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E03E7-B773-47CB-BB67-9B6AB22D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66875"/>
            <a:ext cx="742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Spark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2EF97-A02B-4868-8E74-27757462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813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1A33"/>
                </a:solidFill>
                <a:latin typeface="Arial"/>
                <a:ea typeface="Arial"/>
                <a:cs typeface="Arial"/>
              </a:rPr>
              <a:t>Reconnaître la syntaxe Databricks.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87FFF-4660-48CC-B7CF-3BD17DD5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SECTION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842D6-BCF3-4957-BEF2-785839D3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727891599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8B4EA3-664E-4ACC-8118-E7D40A37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2325A-08F0-475D-B7D6-CE5AFAB0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SPARK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CA97E-747C-421E-A128-EB68BF62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Même geste, API Spark.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359AE-B9DA-44A1-8571-40CF64F8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D82"/>
                </a:solidFill>
                <a:latin typeface="Arial"/>
                <a:ea typeface="Arial"/>
                <a:cs typeface="Arial"/>
              </a:rPr>
              <a:t>Lecture ligne par ligne.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46853-A992-4A0F-A41E-8FAE8B90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43FAC-DCCC-4909-9F10-916EC27A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SPARK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4C102-1122-48B4-A5D7-55ACF11B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E9685-5B80-4544-9386-EA1F7AB8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52AB4-29A4-4055-A3B5-3359FF6F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spark_df.select("age", "charges")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spark_df.filter(spark_df.age &gt; 50)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spark_df.groupBy("region").agg(avg("charges"))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2C65B-50E7-49D5-8C75-2AD6A1EB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69904-4DA6-4675-BFCF-9A7C9BD0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Objectif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AF478-F26F-4ACA-AE4E-BCC5F90C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03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reconnaître les verbes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6A105-0604-4543-B492-4884844B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1DF81-4384-4109-B66A-8D182E5C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337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Databricks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45628-0C95-4820-8B68-E543235D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433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display(...) pour voir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0FD5C6-63BE-47AB-AF6F-3FB33533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624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F515C-2AEE-4316-AC93-D505EC1F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767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Limite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142A1F-24C0-49B8-9F80-7B214ECF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862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A1A33"/>
                </a:solidFill>
                <a:latin typeface="Arial"/>
                <a:ea typeface="Arial"/>
                <a:cs typeface="Arial"/>
              </a:rPr>
              <a:t>pas d’internals aujourd’hui</a:t>
            </a:r>
          </a:p>
        </p:txBody>
      </p:sp>
    </p:spTree>
    <p:extLst>
      <p:ext uri="{BB962C8B-B14F-4D97-AF65-F5344CB8AC3E}">
        <p14:creationId xmlns:p14="http://schemas.microsoft.com/office/powerpoint/2010/main" val="182234591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765EDD-230B-40FA-8D7F-BB3165F7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7E17D-10E1-4B68-A81C-600BB72A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STOP SLIDES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A05D9-FDE4-49BE-92E9-E0718A5D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Allez dans le notebook.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5406D-6B45-40E7-A4E9-DA8EEDDD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DFF4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DFF45"/>
                </a:solidFill>
                <a:latin typeface="Arial"/>
                <a:ea typeface="Arial"/>
                <a:cs typeface="Arial"/>
              </a:rPr>
              <a:t>04_spark_basics.py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99A16-3D1B-4DBF-B914-5D99A282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838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4AADF-08C9-4076-A8F8-4B6D5F31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Refaire select, filter, groupBy avec display.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D3DFD-05A3-4239-BBBA-41A5D2AD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NOTEBOOK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4C497-77C0-4B86-974C-C6B2AE4A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790796848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B8D297-1A73-4A13-AFB5-69D645A4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7449A-4576-41E7-A462-D7AE2C04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40F2F-CF90-4F9B-A4C9-16004BFC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66875"/>
            <a:ext cx="742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F08C7-2D62-4899-A60C-D1B7F0B7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813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1A33"/>
                </a:solidFill>
                <a:latin typeface="Arial"/>
                <a:ea typeface="Arial"/>
                <a:cs typeface="Arial"/>
              </a:rPr>
              <a:t>Retrouver un repère familier.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9E61D-C4B4-467C-A7CA-DB234DD9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SECTION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36A3D-8B73-43A1-A2A5-010DB2D8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606654394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23DC24-2446-411A-9E0A-6C2B143C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021F5-31E2-4027-B5F8-4A6A3090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92373-4763-4863-BDBE-D1B9BB66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PROC SQL reste un repère.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29269-660D-4362-88A7-DBA49100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D82"/>
                </a:solidFill>
                <a:latin typeface="Arial"/>
                <a:ea typeface="Arial"/>
                <a:cs typeface="Arial"/>
              </a:rPr>
              <a:t>Lecture ligne par ligne.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0B9D9-D6B5-4ACE-916F-3BF4A16F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6F889-8D8F-4298-A1A2-5AF56091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DB592-420C-4546-8547-DFE4C255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8B96C-A749-4731-B73A-C0D2A7CC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383C3-CC22-4EBD-90F4-AC10E167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SELECT smoker,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AVG(charges) AS avg_charges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insurance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GROUP BY smoker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ORDER BY avg_charges DESC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6D886-3E25-4FE1-8259-AC8AEC90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E5C83-9707-411E-ADA2-CE131BBA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0360C-9AA0-432B-9CE9-FE8E15FE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03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colonnes et mesures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510FC1-A1B1-4C94-B7A2-D92633E0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EB59D-697B-43E4-B8B6-43442F73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337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GROUP BY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21E281-F0CA-47D9-A87B-F6F47B0B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433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segment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BE6C9E-DCFD-4351-A37F-06D8AFB5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624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581267-C397-4323-A578-20D3DCB5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767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ORDER BY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0AE8BC-5917-4F51-BC4D-07C66698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862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A1A33"/>
                </a:solidFill>
                <a:latin typeface="Arial"/>
                <a:ea typeface="Arial"/>
                <a:cs typeface="Arial"/>
              </a:rPr>
              <a:t>lecture rapide</a:t>
            </a:r>
          </a:p>
        </p:txBody>
      </p:sp>
    </p:spTree>
    <p:extLst>
      <p:ext uri="{BB962C8B-B14F-4D97-AF65-F5344CB8AC3E}">
        <p14:creationId xmlns:p14="http://schemas.microsoft.com/office/powerpoint/2010/main" val="211567951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A89D09-15A0-41B6-9201-AAD4F0B4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EA5D8-D0DC-4C53-8881-5C15539F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STOP SLIDES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A42DF-C4E6-4608-9A62-9D7F4888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Allez dans le notebook.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A3D8D-D8FC-450F-9E66-89D94E50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DFF4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DFF45"/>
                </a:solidFill>
                <a:latin typeface="Arial"/>
                <a:ea typeface="Arial"/>
                <a:cs typeface="Arial"/>
              </a:rPr>
              <a:t>05_sql_basics.py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2122C-5757-47FC-A474-3B129590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838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479E7-B771-4201-9522-B93ED46C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Créer la vue puis exécuter les requêtes SQL.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73D23-24FA-400D-ABF5-E7D81B77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NOTEBOOK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D5DEA-56A3-45F2-9115-82378A98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082123302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EFF3EC-3091-42F3-8704-84CAC5E6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70055-6530-43C5-9D30-50F3BDFC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9361F-C5A1-4A44-8093-6FF6DA4D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66875"/>
            <a:ext cx="742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Après-midi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CC574-9E4B-4A24-BD8D-61BEE799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813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1A33"/>
                </a:solidFill>
                <a:latin typeface="Arial"/>
                <a:ea typeface="Arial"/>
                <a:cs typeface="Arial"/>
              </a:rPr>
              <a:t>Consolider puis analyser.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CC846-0B90-4DA7-A876-4172BA22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SECTION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7221F-6C07-4C31-BC2D-828DA0A2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316691918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E6627D-D973-4C49-9C0E-2F94DC69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759D8-6BAA-420E-BF89-CB0E33AD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APRÈS-MIDI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A2C9A-17D9-4B86-BEBD-C9383071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Mini-cas: quel segment coûte le plus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033D6-088A-4267-94C6-E4FA6364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D82"/>
                </a:solidFill>
                <a:latin typeface="Arial"/>
                <a:ea typeface="Arial"/>
                <a:cs typeface="Arial"/>
              </a:rPr>
              <a:t>Un cas guidé, puis une conclusion métier.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00BEC-BD26-4185-A7FD-8F517343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C3B4D-5F46-430A-B35C-20CB711D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APRÈS-MIDI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74A4C-017F-4F7E-9619-5A1626CA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C86E8-CA2B-42FF-9685-43218FD7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7621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9525">
            <a:solidFill>
              <a:srgbClr val="D6D2C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59D73-C87B-41BB-B3B2-22747E4D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57500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7362C-5903-4AF8-B055-2854C7B8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3337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Créer un segment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84FF5C-2A01-49EF-9248-2F72438F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905250"/>
            <a:ext cx="1314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F6D82"/>
                </a:solidFill>
                <a:latin typeface="Arial"/>
                <a:ea typeface="Arial"/>
                <a:cs typeface="Arial"/>
              </a:rPr>
              <a:t>age_segment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1135B-0263-4C75-B71D-24BA4A90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19375"/>
            <a:ext cx="17621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9525">
            <a:solidFill>
              <a:srgbClr val="D6D2C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F600B-CFB9-4E53-99AF-2F9DDD7B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857500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CC1552-6A8A-4F70-9051-A827CB95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3337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Comparer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61B8E-4CEE-4FD1-BFBF-1CFBDA5A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905250"/>
            <a:ext cx="1314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F6D82"/>
                </a:solidFill>
                <a:latin typeface="Arial"/>
                <a:ea typeface="Arial"/>
                <a:cs typeface="Arial"/>
              </a:rPr>
              <a:t>smoker · region · sex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7AB4F-8C3C-42EC-84AB-37A1F736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19375"/>
            <a:ext cx="17621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9525">
            <a:solidFill>
              <a:srgbClr val="D6D2C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9C26E0-2FFE-4069-9F23-AEAF0F5F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857500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8188CC-4B23-4554-BA36-F577069D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3337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Croiser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139253-339B-49DB-8300-C69E5F8A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905250"/>
            <a:ext cx="1314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F6D82"/>
                </a:solidFill>
                <a:latin typeface="Arial"/>
                <a:ea typeface="Arial"/>
                <a:cs typeface="Arial"/>
              </a:rPr>
              <a:t>smoker × age_segment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E7A3D5-6A42-43E3-8F9E-C98C1AC1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19375"/>
            <a:ext cx="17621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9525">
            <a:solidFill>
              <a:srgbClr val="D6D2C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DAAB9C-8FCF-4182-9340-DE2000A5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57500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711B18-3D4C-4E3E-ACC1-495CE0DE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3337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Contrôler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91BD87-84A9-4825-A36B-04DC294E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905250"/>
            <a:ext cx="1314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F6D82"/>
                </a:solidFill>
                <a:latin typeface="Arial"/>
                <a:ea typeface="Arial"/>
                <a:cs typeface="Arial"/>
              </a:rPr>
              <a:t>row_count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6FFC48-1577-4C2F-A772-E6F2CEE0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19375"/>
            <a:ext cx="17621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9525">
            <a:solidFill>
              <a:srgbClr val="D6D2C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F9A5DF-A1E0-40E9-B2A4-91254CCA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57500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6607EA-2957-45F9-A5C4-3F081D85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3337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B0DB6F-016B-4AF0-95F5-3F31F373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905250"/>
            <a:ext cx="1314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6D1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6D1E3"/>
                </a:solidFill>
                <a:latin typeface="Arial"/>
                <a:ea typeface="Arial"/>
                <a:cs typeface="Arial"/>
              </a:rPr>
              <a:t>phrase prudente</a:t>
            </a:r>
          </a:p>
        </p:txBody>
      </p:sp>
    </p:spTree>
    <p:extLst>
      <p:ext uri="{BB962C8B-B14F-4D97-AF65-F5344CB8AC3E}">
        <p14:creationId xmlns:p14="http://schemas.microsoft.com/office/powerpoint/2010/main" val="1804346153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C95C8C-7A42-44A5-B685-02902FD4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63106-2CE9-488B-8943-4F4257CB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STOP SLIDES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8E55B-BB74-43F6-AA89-41BCA9E2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Allez dans le notebook.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DBCB7-1B3B-4658-A91F-F20681C5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DFF4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DFF45"/>
                </a:solidFill>
                <a:latin typeface="Arial"/>
                <a:ea typeface="Arial"/>
                <a:cs typeface="Arial"/>
              </a:rPr>
              <a:t>07 puis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B6A1E-A886-4D5B-83D2-61342A65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838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2F13E-1F08-44FA-ADAB-2018C833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Consolider, puis traiter le mini-cas métier.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1EEB5-8A0B-44F7-BA2A-EA8A35F4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NOTEBOOK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A0474-5E6F-441B-85D6-17779716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169479065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0024CB-8AF0-476E-A667-A50D5C0A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8A644-9246-4225-9D05-CE615B9E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75483-2876-4241-8CF6-08E34C48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Avant de conclure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7DA83-F660-4742-8A7D-FF5A8D75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D82"/>
                </a:solidFill>
                <a:latin typeface="Arial"/>
                <a:ea typeface="Arial"/>
                <a:cs typeface="Arial"/>
              </a:rPr>
              <a:t>À cocher avant de passer à l’étape suivante.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33CCC-3C1C-484A-91C2-DBD87B3C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2D144-F93B-4F0D-AC31-20706827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CHECKLIST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64ED5-9994-499F-BDD4-4EABFE09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F6D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F6D82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ACE78-A2A3-43D3-935B-4A733380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81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19050">
            <a:solidFill>
              <a:srgbClr val="1A1A3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13753-EA13-4425-B7D4-35BC8959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0030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Le segment est nommé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B6711A-B300-4EEE-A4CB-9A059D77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908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19050">
            <a:solidFill>
              <a:srgbClr val="1A1A3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F696BB-CF59-4972-A4B3-65201915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0990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La mesure est claire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500489-7DA2-479C-9F72-8A2DC014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004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19050">
            <a:solidFill>
              <a:srgbClr val="1A1A3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A3BB5-52DB-4117-88FF-9C14BD0F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1950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Le nombre de lignes est vérifié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6033A-2161-482F-A2D9-78481155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100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19050">
            <a:solidFill>
              <a:srgbClr val="1A1A3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779DF2-A1C4-467E-A5BB-8CD5EB43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2910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A33"/>
                </a:solidFill>
                <a:latin typeface="Arial"/>
                <a:ea typeface="Arial"/>
                <a:cs typeface="Arial"/>
              </a:rPr>
              <a:t>La limite est mentionnée</a:t>
            </a:r>
          </a:p>
        </p:txBody>
      </p:sp>
    </p:spTree>
    <p:extLst>
      <p:ext uri="{BB962C8B-B14F-4D97-AF65-F5344CB8AC3E}">
        <p14:creationId xmlns:p14="http://schemas.microsoft.com/office/powerpoint/2010/main" val="751788395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B42313-F04E-4522-8E8C-3A79939F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1C6D6-B26A-4CB6-8673-A95E8034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BONNES PRATIQUES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818E5-521B-4BB5-BDB5-D83032C9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Conseils à répéter toute la journée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72A9F-03DC-41E3-91BF-3005302A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DC9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DC9D8"/>
                </a:solidFill>
                <a:latin typeface="Arial"/>
                <a:ea typeface="Arial"/>
                <a:cs typeface="Arial"/>
              </a:rPr>
              <a:t>À répéter pendant toute la journée.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78667-CFA4-4752-BB2F-F7840B20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7D680-D534-47B0-98D1-6805AD97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BONNES PRATIQUES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2C443-93CC-4510-AFF0-6ED63133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9D2CE-298B-46EF-B6CA-4CB389BC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032BB-59E7-4CF3-A46F-7D3C27CE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F837F-B89A-4551-AAF8-8EBDF144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955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Avant le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D2F16-5016-4D33-8878-2CA707CA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05075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1E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6D1E3"/>
                </a:solidFill>
                <a:latin typeface="Arial"/>
                <a:ea typeface="Arial"/>
                <a:cs typeface="Arial"/>
              </a:rPr>
              <a:t>quel est le résultat attendu 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D83841-0821-4D42-B6C5-C5760FD2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861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22619-5913-44B4-8312-4D362D10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861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F97A93-3180-4291-9E6D-906DA40D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004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Après le 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CA7FB-D702-4184-AC2B-FBE84437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09925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1E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6D1E3"/>
                </a:solidFill>
                <a:latin typeface="Arial"/>
                <a:ea typeface="Arial"/>
                <a:cs typeface="Arial"/>
              </a:rPr>
              <a:t>le résultat a-t-il du sens 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DF1D86-640E-4379-B7D1-1135A3B0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6153B8-41E5-4326-82B3-1FB5C8DE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7121C8-4056-4537-910D-2B73028F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052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Avant conclusion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21AE07-9D07-4544-A30F-81BBA2EA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14775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1E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6D1E3"/>
                </a:solidFill>
                <a:latin typeface="Arial"/>
                <a:ea typeface="Arial"/>
                <a:cs typeface="Arial"/>
              </a:rPr>
              <a:t>combien de lignes par segment 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902927-9BC1-47C3-AEF8-20FC9F50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9580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4EB028-07B6-474D-8283-C07710B9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958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6F17AB-CE13-4EF2-913D-16AD3E8E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101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Toujours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80B5FB-8566-47D8-968C-232AB30D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9625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1E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6D1E3"/>
                </a:solidFill>
                <a:latin typeface="Arial"/>
                <a:ea typeface="Arial"/>
                <a:cs typeface="Arial"/>
              </a:rPr>
              <a:t>descriptif n’est pas causal</a:t>
            </a:r>
          </a:p>
        </p:txBody>
      </p:sp>
    </p:spTree>
    <p:extLst>
      <p:ext uri="{BB962C8B-B14F-4D97-AF65-F5344CB8AC3E}">
        <p14:creationId xmlns:p14="http://schemas.microsoft.com/office/powerpoint/2010/main" val="689562763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71AC02-7768-46E4-847C-F534005C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ED7E0-F474-46BF-8C44-940106B4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74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6745"/>
                </a:solidFill>
                <a:latin typeface="Arial"/>
                <a:ea typeface="Arial"/>
                <a:cs typeface="Arial"/>
              </a:rPr>
              <a:t>FIN · WEEK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735DE-3436-4C0F-AF5D-F0824CE3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8572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Vous savez exécuter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une analyse guidée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dans Databricks.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9DE68-57AA-4705-97B4-412C1BC2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D1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6D1E3"/>
                </a:solidFill>
                <a:latin typeface="Arial"/>
                <a:ea typeface="Arial"/>
                <a:cs typeface="Arial"/>
              </a:rPr>
              <a:t>La suite: écrire du Python plus structuré sans perdre la méthode.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BC5EE-75EA-4E44-BC4A-2FC0902C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SYNTHÈSE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9F42E-D923-46CD-87EC-17373D7B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8B4C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B8B4C8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19424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2026-05-25T15:26:51.5460000Z</dcterms:created>
  <dcterms:modified xsi:type="dcterms:W3CDTF">2026-05-25T15:26:51.5460000Z</dcterms:modified>
</coreProperties>
</file>